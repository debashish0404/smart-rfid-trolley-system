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211300" cy="20104100"/>
  <p:notesSz cx="142113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CB02FB-06C0-4DE2-BD32-C62135D39B71}" v="115" dt="2026-03-23T20:24:22.56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763" y="-835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ashish Mishra" userId="656c7114e73a3368" providerId="LiveId" clId="{A6DB05F7-E8D0-449B-AC25-EBAD2249AF53}"/>
    <pc:docChg chg="undo custSel modSld">
      <pc:chgData name="Debashish Mishra" userId="656c7114e73a3368" providerId="LiveId" clId="{A6DB05F7-E8D0-449B-AC25-EBAD2249AF53}" dt="2026-03-25T13:29:42.849" v="2692" actId="11"/>
      <pc:docMkLst>
        <pc:docMk/>
      </pc:docMkLst>
      <pc:sldChg chg="addSp delSp modSp mod">
        <pc:chgData name="Debashish Mishra" userId="656c7114e73a3368" providerId="LiveId" clId="{A6DB05F7-E8D0-449B-AC25-EBAD2249AF53}" dt="2026-03-25T13:29:42.849" v="2692" actId="11"/>
        <pc:sldMkLst>
          <pc:docMk/>
          <pc:sldMk cId="0" sldId="256"/>
        </pc:sldMkLst>
        <pc:spChg chg="add del mod">
          <ac:chgData name="Debashish Mishra" userId="656c7114e73a3368" providerId="LiveId" clId="{A6DB05F7-E8D0-449B-AC25-EBAD2249AF53}" dt="2026-03-22T07:57:00.483" v="2415" actId="20577"/>
          <ac:spMkLst>
            <pc:docMk/>
            <pc:sldMk cId="0" sldId="256"/>
            <ac:spMk id="4" creationId="{79D318B8-51FA-5554-B57C-387ECCD60067}"/>
          </ac:spMkLst>
        </pc:spChg>
        <pc:spChg chg="add mod">
          <ac:chgData name="Debashish Mishra" userId="656c7114e73a3368" providerId="LiveId" clId="{A6DB05F7-E8D0-449B-AC25-EBAD2249AF53}" dt="2026-03-23T17:15:23.921" v="2669" actId="1076"/>
          <ac:spMkLst>
            <pc:docMk/>
            <pc:sldMk cId="0" sldId="256"/>
            <ac:spMk id="8" creationId="{70692BE9-1155-BCA9-B2A7-613408C26D9B}"/>
          </ac:spMkLst>
        </pc:spChg>
        <pc:spChg chg="mod">
          <ac:chgData name="Debashish Mishra" userId="656c7114e73a3368" providerId="LiveId" clId="{A6DB05F7-E8D0-449B-AC25-EBAD2249AF53}" dt="2026-03-22T08:58:05.536" v="2532" actId="20577"/>
          <ac:spMkLst>
            <pc:docMk/>
            <pc:sldMk cId="0" sldId="256"/>
            <ac:spMk id="9" creationId="{22608BEF-5AF4-7EC6-D2DC-451367797ADD}"/>
          </ac:spMkLst>
        </pc:spChg>
        <pc:spChg chg="add mod">
          <ac:chgData name="Debashish Mishra" userId="656c7114e73a3368" providerId="LiveId" clId="{A6DB05F7-E8D0-449B-AC25-EBAD2249AF53}" dt="2026-03-22T09:46:03.381" v="2644" actId="255"/>
          <ac:spMkLst>
            <pc:docMk/>
            <pc:sldMk cId="0" sldId="256"/>
            <ac:spMk id="12" creationId="{299D4133-AF13-5BCB-DC1F-1016C4ECA86D}"/>
          </ac:spMkLst>
        </pc:spChg>
        <pc:spChg chg="add mod">
          <ac:chgData name="Debashish Mishra" userId="656c7114e73a3368" providerId="LiveId" clId="{A6DB05F7-E8D0-449B-AC25-EBAD2249AF53}" dt="2026-03-22T09:48:00.957" v="2655" actId="1076"/>
          <ac:spMkLst>
            <pc:docMk/>
            <pc:sldMk cId="0" sldId="256"/>
            <ac:spMk id="14" creationId="{EA66CAB3-5D6D-73AA-2990-8F2139D78628}"/>
          </ac:spMkLst>
        </pc:spChg>
        <pc:spChg chg="add mod">
          <ac:chgData name="Debashish Mishra" userId="656c7114e73a3368" providerId="LiveId" clId="{A6DB05F7-E8D0-449B-AC25-EBAD2249AF53}" dt="2026-03-22T06:31:24.470" v="986" actId="20577"/>
          <ac:spMkLst>
            <pc:docMk/>
            <pc:sldMk cId="0" sldId="256"/>
            <ac:spMk id="19" creationId="{F28B399A-5D77-5FD4-1791-44B7763AEF08}"/>
          </ac:spMkLst>
        </pc:spChg>
        <pc:spChg chg="add mod">
          <ac:chgData name="Debashish Mishra" userId="656c7114e73a3368" providerId="LiveId" clId="{A6DB05F7-E8D0-449B-AC25-EBAD2249AF53}" dt="2026-03-25T13:29:42.849" v="2692" actId="11"/>
          <ac:spMkLst>
            <pc:docMk/>
            <pc:sldMk cId="0" sldId="256"/>
            <ac:spMk id="20" creationId="{97443DC1-7C52-7398-A57D-9F0C7319063D}"/>
          </ac:spMkLst>
        </pc:spChg>
        <pc:spChg chg="mod">
          <ac:chgData name="Debashish Mishra" userId="656c7114e73a3368" providerId="LiveId" clId="{A6DB05F7-E8D0-449B-AC25-EBAD2249AF53}" dt="2026-03-22T07:28:42.055" v="1368" actId="1076"/>
          <ac:spMkLst>
            <pc:docMk/>
            <pc:sldMk cId="0" sldId="256"/>
            <ac:spMk id="21" creationId="{CD5F71CE-525A-DE48-EA19-9D85906D6B48}"/>
          </ac:spMkLst>
        </pc:spChg>
        <pc:spChg chg="mod">
          <ac:chgData name="Debashish Mishra" userId="656c7114e73a3368" providerId="LiveId" clId="{A6DB05F7-E8D0-449B-AC25-EBAD2249AF53}" dt="2026-03-22T06:46:51.073" v="1128"/>
          <ac:spMkLst>
            <pc:docMk/>
            <pc:sldMk cId="0" sldId="256"/>
            <ac:spMk id="23" creationId="{C368074A-168B-A2C7-8993-9803E1AFD9DE}"/>
          </ac:spMkLst>
        </pc:spChg>
        <pc:spChg chg="mod">
          <ac:chgData name="Debashish Mishra" userId="656c7114e73a3368" providerId="LiveId" clId="{A6DB05F7-E8D0-449B-AC25-EBAD2249AF53}" dt="2026-03-22T06:46:51.073" v="1128"/>
          <ac:spMkLst>
            <pc:docMk/>
            <pc:sldMk cId="0" sldId="256"/>
            <ac:spMk id="24" creationId="{4B651F78-3C48-1654-87E2-9AF40A9E8DCD}"/>
          </ac:spMkLst>
        </pc:spChg>
        <pc:spChg chg="mod">
          <ac:chgData name="Debashish Mishra" userId="656c7114e73a3368" providerId="LiveId" clId="{A6DB05F7-E8D0-449B-AC25-EBAD2249AF53}" dt="2026-03-23T20:24:15.342" v="2670" actId="115"/>
          <ac:spMkLst>
            <pc:docMk/>
            <pc:sldMk cId="0" sldId="256"/>
            <ac:spMk id="25" creationId="{4DF595C2-5B31-E7B3-32D1-6929131E1C21}"/>
          </ac:spMkLst>
        </pc:spChg>
        <pc:spChg chg="add mod">
          <ac:chgData name="Debashish Mishra" userId="656c7114e73a3368" providerId="LiveId" clId="{A6DB05F7-E8D0-449B-AC25-EBAD2249AF53}" dt="2026-03-22T09:39:14.639" v="2559" actId="20577"/>
          <ac:spMkLst>
            <pc:docMk/>
            <pc:sldMk cId="0" sldId="256"/>
            <ac:spMk id="33" creationId="{77615A14-2D48-95FB-3281-FDC8E09C4E24}"/>
          </ac:spMkLst>
        </pc:spChg>
        <pc:spChg chg="add mod">
          <ac:chgData name="Debashish Mishra" userId="656c7114e73a3368" providerId="LiveId" clId="{A6DB05F7-E8D0-449B-AC25-EBAD2249AF53}" dt="2026-03-22T09:39:26.846" v="2560" actId="255"/>
          <ac:spMkLst>
            <pc:docMk/>
            <pc:sldMk cId="0" sldId="256"/>
            <ac:spMk id="42" creationId="{FE5A6BD7-AD17-FAE2-8180-2E732F642835}"/>
          </ac:spMkLst>
        </pc:spChg>
        <pc:spChg chg="add mod">
          <ac:chgData name="Debashish Mishra" userId="656c7114e73a3368" providerId="LiveId" clId="{A6DB05F7-E8D0-449B-AC25-EBAD2249AF53}" dt="2026-03-22T09:40:21.197" v="2572" actId="20577"/>
          <ac:spMkLst>
            <pc:docMk/>
            <pc:sldMk cId="0" sldId="256"/>
            <ac:spMk id="43" creationId="{B6E81648-41A3-41EF-ED53-7A5958476398}"/>
          </ac:spMkLst>
        </pc:spChg>
        <pc:spChg chg="add mod">
          <ac:chgData name="Debashish Mishra" userId="656c7114e73a3368" providerId="LiveId" clId="{A6DB05F7-E8D0-449B-AC25-EBAD2249AF53}" dt="2026-03-22T09:40:33.930" v="2573" actId="255"/>
          <ac:spMkLst>
            <pc:docMk/>
            <pc:sldMk cId="0" sldId="256"/>
            <ac:spMk id="44" creationId="{90C686A0-2834-F2E9-9023-2FB4D3369A67}"/>
          </ac:spMkLst>
        </pc:spChg>
        <pc:spChg chg="mod">
          <ac:chgData name="Debashish Mishra" userId="656c7114e73a3368" providerId="LiveId" clId="{A6DB05F7-E8D0-449B-AC25-EBAD2249AF53}" dt="2026-03-22T08:53:01.064" v="2430" actId="20577"/>
          <ac:spMkLst>
            <pc:docMk/>
            <pc:sldMk cId="0" sldId="256"/>
            <ac:spMk id="54" creationId="{66CD657F-E225-6B46-2F6F-B7104582B0AD}"/>
          </ac:spMkLst>
        </pc:spChg>
        <pc:spChg chg="mod">
          <ac:chgData name="Debashish Mishra" userId="656c7114e73a3368" providerId="LiveId" clId="{A6DB05F7-E8D0-449B-AC25-EBAD2249AF53}" dt="2026-03-23T20:32:00.468" v="2691" actId="1076"/>
          <ac:spMkLst>
            <pc:docMk/>
            <pc:sldMk cId="0" sldId="256"/>
            <ac:spMk id="56" creationId="{00000000-0000-0000-0000-000000000000}"/>
          </ac:spMkLst>
        </pc:spChg>
        <pc:spChg chg="mod">
          <ac:chgData name="Debashish Mishra" userId="656c7114e73a3368" providerId="LiveId" clId="{A6DB05F7-E8D0-449B-AC25-EBAD2249AF53}" dt="2026-03-23T20:30:38.352" v="2687" actId="1076"/>
          <ac:spMkLst>
            <pc:docMk/>
            <pc:sldMk cId="0" sldId="256"/>
            <ac:spMk id="58" creationId="{7E75F856-190A-2EBB-9F36-F0B085678E81}"/>
          </ac:spMkLst>
        </pc:spChg>
        <pc:spChg chg="add del mod">
          <ac:chgData name="Debashish Mishra" userId="656c7114e73a3368" providerId="LiveId" clId="{A6DB05F7-E8D0-449B-AC25-EBAD2249AF53}" dt="2026-03-22T06:49:00.176" v="1195" actId="255"/>
          <ac:spMkLst>
            <pc:docMk/>
            <pc:sldMk cId="0" sldId="256"/>
            <ac:spMk id="70" creationId="{E676B11F-2C50-A03D-F7D8-534F7C3B1AFD}"/>
          </ac:spMkLst>
        </pc:spChg>
        <pc:spChg chg="mod">
          <ac:chgData name="Debashish Mishra" userId="656c7114e73a3368" providerId="LiveId" clId="{A6DB05F7-E8D0-449B-AC25-EBAD2249AF53}" dt="2026-03-22T06:47:58.201" v="1154" actId="255"/>
          <ac:spMkLst>
            <pc:docMk/>
            <pc:sldMk cId="0" sldId="256"/>
            <ac:spMk id="72" creationId="{CD0DAA23-FD68-67C4-98AB-D7C3768A640A}"/>
          </ac:spMkLst>
        </pc:spChg>
        <pc:spChg chg="mod">
          <ac:chgData name="Debashish Mishra" userId="656c7114e73a3368" providerId="LiveId" clId="{A6DB05F7-E8D0-449B-AC25-EBAD2249AF53}" dt="2026-03-22T06:46:51.073" v="1128"/>
          <ac:spMkLst>
            <pc:docMk/>
            <pc:sldMk cId="0" sldId="256"/>
            <ac:spMk id="74" creationId="{2F9872FD-F6C3-8681-904A-DC662272C7BE}"/>
          </ac:spMkLst>
        </pc:spChg>
        <pc:spChg chg="mod">
          <ac:chgData name="Debashish Mishra" userId="656c7114e73a3368" providerId="LiveId" clId="{A6DB05F7-E8D0-449B-AC25-EBAD2249AF53}" dt="2026-03-22T06:50:11.553" v="1215" actId="255"/>
          <ac:spMkLst>
            <pc:docMk/>
            <pc:sldMk cId="0" sldId="256"/>
            <ac:spMk id="76" creationId="{F265CE6A-F86F-57FB-9A3F-27C8DCA75793}"/>
          </ac:spMkLst>
        </pc:spChg>
        <pc:spChg chg="mod">
          <ac:chgData name="Debashish Mishra" userId="656c7114e73a3368" providerId="LiveId" clId="{A6DB05F7-E8D0-449B-AC25-EBAD2249AF53}" dt="2026-03-22T06:50:52.665" v="1219" actId="207"/>
          <ac:spMkLst>
            <pc:docMk/>
            <pc:sldMk cId="0" sldId="256"/>
            <ac:spMk id="83" creationId="{63773B51-7653-4BE4-EE64-1B08523B85FA}"/>
          </ac:spMkLst>
        </pc:spChg>
        <pc:spChg chg="mod">
          <ac:chgData name="Debashish Mishra" userId="656c7114e73a3368" providerId="LiveId" clId="{A6DB05F7-E8D0-449B-AC25-EBAD2249AF53}" dt="2026-03-22T06:51:59.065" v="1249" actId="255"/>
          <ac:spMkLst>
            <pc:docMk/>
            <pc:sldMk cId="0" sldId="256"/>
            <ac:spMk id="85" creationId="{01AC09BB-42F6-832E-D30D-9502D1BDED3D}"/>
          </ac:spMkLst>
        </pc:spChg>
        <pc:spChg chg="mod">
          <ac:chgData name="Debashish Mishra" userId="656c7114e73a3368" providerId="LiveId" clId="{A6DB05F7-E8D0-449B-AC25-EBAD2249AF53}" dt="2026-03-22T06:46:51.073" v="1128"/>
          <ac:spMkLst>
            <pc:docMk/>
            <pc:sldMk cId="0" sldId="256"/>
            <ac:spMk id="95" creationId="{57834664-C66E-B29B-0491-6578513DA502}"/>
          </ac:spMkLst>
        </pc:spChg>
        <pc:spChg chg="mod">
          <ac:chgData name="Debashish Mishra" userId="656c7114e73a3368" providerId="LiveId" clId="{A6DB05F7-E8D0-449B-AC25-EBAD2249AF53}" dt="2026-03-22T06:46:51.073" v="1128"/>
          <ac:spMkLst>
            <pc:docMk/>
            <pc:sldMk cId="0" sldId="256"/>
            <ac:spMk id="97" creationId="{B1799B85-04B2-69B4-C336-EB61828F786D}"/>
          </ac:spMkLst>
        </pc:spChg>
        <pc:spChg chg="mod">
          <ac:chgData name="Debashish Mishra" userId="656c7114e73a3368" providerId="LiveId" clId="{A6DB05F7-E8D0-449B-AC25-EBAD2249AF53}" dt="2026-03-22T06:46:51.073" v="1128"/>
          <ac:spMkLst>
            <pc:docMk/>
            <pc:sldMk cId="0" sldId="256"/>
            <ac:spMk id="99" creationId="{75199BB9-7DCB-0E30-EBE9-8E2C42C92E6C}"/>
          </ac:spMkLst>
        </pc:spChg>
        <pc:spChg chg="add del mod">
          <ac:chgData name="Debashish Mishra" userId="656c7114e73a3368" providerId="LiveId" clId="{A6DB05F7-E8D0-449B-AC25-EBAD2249AF53}" dt="2026-03-22T06:23:37.578" v="872" actId="47"/>
          <ac:spMkLst>
            <pc:docMk/>
            <pc:sldMk cId="0" sldId="256"/>
            <ac:spMk id="100" creationId="{61BC66DC-013B-14F8-7E77-06C1A395F578}"/>
          </ac:spMkLst>
        </pc:spChg>
        <pc:spChg chg="mod">
          <ac:chgData name="Debashish Mishra" userId="656c7114e73a3368" providerId="LiveId" clId="{A6DB05F7-E8D0-449B-AC25-EBAD2249AF53}" dt="2026-03-23T20:31:02.473" v="2689" actId="1076"/>
          <ac:spMkLst>
            <pc:docMk/>
            <pc:sldMk cId="0" sldId="256"/>
            <ac:spMk id="107" creationId="{A3E4776F-8496-D596-96E9-225AACA65C2D}"/>
          </ac:spMkLst>
        </pc:spChg>
        <pc:spChg chg="mod">
          <ac:chgData name="Debashish Mishra" userId="656c7114e73a3368" providerId="LiveId" clId="{A6DB05F7-E8D0-449B-AC25-EBAD2249AF53}" dt="2026-03-22T09:38:36.615" v="2547" actId="255"/>
          <ac:spMkLst>
            <pc:docMk/>
            <pc:sldMk cId="0" sldId="256"/>
            <ac:spMk id="108" creationId="{8A13D88A-65E3-2959-E078-886DA77A1B4D}"/>
          </ac:spMkLst>
        </pc:spChg>
        <pc:spChg chg="add del mod">
          <ac:chgData name="Debashish Mishra" userId="656c7114e73a3368" providerId="LiveId" clId="{A6DB05F7-E8D0-449B-AC25-EBAD2249AF53}" dt="2026-03-23T17:14:31.716" v="2657"/>
          <ac:spMkLst>
            <pc:docMk/>
            <pc:sldMk cId="0" sldId="256"/>
            <ac:spMk id="1024" creationId="{E2BBC706-5D63-69D8-104E-D6D0EF1EA14A}"/>
          </ac:spMkLst>
        </pc:spChg>
        <pc:grpChg chg="mod">
          <ac:chgData name="Debashish Mishra" userId="656c7114e73a3368" providerId="LiveId" clId="{A6DB05F7-E8D0-449B-AC25-EBAD2249AF53}" dt="2026-03-22T07:50:51.178" v="2091" actId="14100"/>
          <ac:grpSpMkLst>
            <pc:docMk/>
            <pc:sldMk cId="0" sldId="256"/>
            <ac:grpSpMk id="67" creationId="{00000000-0000-0000-0000-000000000000}"/>
          </ac:grpSpMkLst>
        </pc:grpChg>
        <pc:grpChg chg="mod">
          <ac:chgData name="Debashish Mishra" userId="656c7114e73a3368" providerId="LiveId" clId="{A6DB05F7-E8D0-449B-AC25-EBAD2249AF53}" dt="2026-03-22T06:40:15.943" v="1080" actId="1076"/>
          <ac:grpSpMkLst>
            <pc:docMk/>
            <pc:sldMk cId="0" sldId="256"/>
            <ac:grpSpMk id="104" creationId="{40790B49-5A19-8036-642A-8969BC784898}"/>
          </ac:grpSpMkLst>
        </pc:grpChg>
        <pc:graphicFrameChg chg="mod modGraphic">
          <ac:chgData name="Debashish Mishra" userId="656c7114e73a3368" providerId="LiveId" clId="{A6DB05F7-E8D0-449B-AC25-EBAD2249AF53}" dt="2026-03-22T07:47:56.280" v="1996" actId="20577"/>
          <ac:graphicFrameMkLst>
            <pc:docMk/>
            <pc:sldMk cId="0" sldId="256"/>
            <ac:graphicFrameMk id="61" creationId="{743A8345-D924-341C-A5AC-3AC03E075C4B}"/>
          </ac:graphicFrameMkLst>
        </pc:graphicFrameChg>
        <pc:picChg chg="add mod">
          <ac:chgData name="Debashish Mishra" userId="656c7114e73a3368" providerId="LiveId" clId="{A6DB05F7-E8D0-449B-AC25-EBAD2249AF53}" dt="2026-03-23T17:14:47.574" v="2662" actId="1076"/>
          <ac:picMkLst>
            <pc:docMk/>
            <pc:sldMk cId="0" sldId="256"/>
            <ac:picMk id="6" creationId="{3DF65A7A-F095-5A3A-F7B5-4C16153EE5DD}"/>
          </ac:picMkLst>
        </pc:picChg>
        <pc:picChg chg="add mod">
          <ac:chgData name="Debashish Mishra" userId="656c7114e73a3368" providerId="LiveId" clId="{A6DB05F7-E8D0-449B-AC25-EBAD2249AF53}" dt="2026-03-22T09:38:07.174" v="2544" actId="1076"/>
          <ac:picMkLst>
            <pc:docMk/>
            <pc:sldMk cId="0" sldId="256"/>
            <ac:picMk id="10" creationId="{D394BCBC-0357-2430-FCA0-FE17903FE6E3}"/>
          </ac:picMkLst>
        </pc:picChg>
        <pc:picChg chg="add mod">
          <ac:chgData name="Debashish Mishra" userId="656c7114e73a3368" providerId="LiveId" clId="{A6DB05F7-E8D0-449B-AC25-EBAD2249AF53}" dt="2026-03-23T20:30:29.165" v="2686" actId="1076"/>
          <ac:picMkLst>
            <pc:docMk/>
            <pc:sldMk cId="0" sldId="256"/>
            <ac:picMk id="13" creationId="{5E476F96-D3A4-9C4B-B65B-A8C80FF29696}"/>
          </ac:picMkLst>
        </pc:picChg>
        <pc:picChg chg="add mod">
          <ac:chgData name="Debashish Mishra" userId="656c7114e73a3368" providerId="LiveId" clId="{A6DB05F7-E8D0-449B-AC25-EBAD2249AF53}" dt="2026-03-23T20:30:44.045" v="2688" actId="14100"/>
          <ac:picMkLst>
            <pc:docMk/>
            <pc:sldMk cId="0" sldId="256"/>
            <ac:picMk id="37" creationId="{DBF95745-4615-453A-CF9C-69D85A1ADAF5}"/>
          </ac:picMkLst>
        </pc:picChg>
        <pc:picChg chg="add mod">
          <ac:chgData name="Debashish Mishra" userId="656c7114e73a3368" providerId="LiveId" clId="{A6DB05F7-E8D0-449B-AC25-EBAD2249AF53}" dt="2026-03-23T20:31:07.034" v="2690" actId="14100"/>
          <ac:picMkLst>
            <pc:docMk/>
            <pc:sldMk cId="0" sldId="256"/>
            <ac:picMk id="39" creationId="{6811BCB7-8E82-BA1B-9906-0173C6EBE1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6323" y="6232271"/>
            <a:ext cx="1208500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2647" y="11258296"/>
            <a:ext cx="995235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0882" y="4623943"/>
            <a:ext cx="6184678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22089" y="4623943"/>
            <a:ext cx="6184678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"/>
            <a:ext cx="14216380" cy="20104100"/>
          </a:xfrm>
          <a:custGeom>
            <a:avLst/>
            <a:gdLst/>
            <a:ahLst/>
            <a:cxnLst/>
            <a:rect l="l" t="t" r="r" b="b"/>
            <a:pathLst>
              <a:path w="14216380" h="20104100">
                <a:moveTo>
                  <a:pt x="14216043" y="20104098"/>
                </a:moveTo>
                <a:lnTo>
                  <a:pt x="0" y="20104098"/>
                </a:lnTo>
                <a:lnTo>
                  <a:pt x="0" y="0"/>
                </a:lnTo>
                <a:lnTo>
                  <a:pt x="14216043" y="0"/>
                </a:lnTo>
                <a:lnTo>
                  <a:pt x="14216043" y="20104098"/>
                </a:lnTo>
                <a:close/>
              </a:path>
            </a:pathLst>
          </a:custGeom>
          <a:solidFill>
            <a:srgbClr val="3657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0158" y="2641290"/>
            <a:ext cx="14001115" cy="17217390"/>
          </a:xfrm>
          <a:custGeom>
            <a:avLst/>
            <a:gdLst/>
            <a:ahLst/>
            <a:cxnLst/>
            <a:rect l="l" t="t" r="r" b="b"/>
            <a:pathLst>
              <a:path w="14001115" h="17217390">
                <a:moveTo>
                  <a:pt x="14001095" y="17217310"/>
                </a:moveTo>
                <a:lnTo>
                  <a:pt x="0" y="17217310"/>
                </a:lnTo>
                <a:lnTo>
                  <a:pt x="0" y="0"/>
                </a:lnTo>
                <a:lnTo>
                  <a:pt x="14001095" y="0"/>
                </a:lnTo>
                <a:lnTo>
                  <a:pt x="14001095" y="17217310"/>
                </a:lnTo>
                <a:close/>
              </a:path>
            </a:pathLst>
          </a:custGeom>
          <a:solidFill>
            <a:srgbClr val="F4F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0158" y="2641290"/>
            <a:ext cx="14001115" cy="17217390"/>
          </a:xfrm>
          <a:custGeom>
            <a:avLst/>
            <a:gdLst/>
            <a:ahLst/>
            <a:cxnLst/>
            <a:rect l="l" t="t" r="r" b="b"/>
            <a:pathLst>
              <a:path w="14001115" h="17217390">
                <a:moveTo>
                  <a:pt x="0" y="0"/>
                </a:moveTo>
                <a:lnTo>
                  <a:pt x="14001095" y="0"/>
                </a:lnTo>
                <a:lnTo>
                  <a:pt x="14001095" y="17217310"/>
                </a:lnTo>
                <a:lnTo>
                  <a:pt x="0" y="17217310"/>
                </a:lnTo>
                <a:lnTo>
                  <a:pt x="0" y="0"/>
                </a:lnTo>
                <a:close/>
              </a:path>
            </a:pathLst>
          </a:custGeom>
          <a:ln w="53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0882" y="804164"/>
            <a:ext cx="1279588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0882" y="4623943"/>
            <a:ext cx="1279588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34001" y="18696814"/>
            <a:ext cx="4549648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0882" y="18696814"/>
            <a:ext cx="3270059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36708" y="18696814"/>
            <a:ext cx="3270059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hyperlink" Target="https://www.twilio.com/docs/whatsap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evelopers.google.com/sheets/api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352" y="2965450"/>
            <a:ext cx="4794632" cy="320601"/>
          </a:xfrm>
          <a:prstGeom prst="rect">
            <a:avLst/>
          </a:prstGeom>
          <a:solidFill>
            <a:srgbClr val="365794"/>
          </a:solidFill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lang="en-US" sz="2050" b="1" spc="-105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endParaRPr sz="20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347038" y="16317475"/>
            <a:ext cx="8511488" cy="320601"/>
          </a:xfrm>
          <a:prstGeom prst="rect">
            <a:avLst/>
          </a:prstGeom>
          <a:solidFill>
            <a:srgbClr val="365794"/>
          </a:solidFill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lang="en-US" sz="2050" b="1" spc="-110">
                <a:solidFill>
                  <a:srgbClr val="FFFFFF"/>
                </a:solidFill>
                <a:latin typeface="Arial"/>
                <a:cs typeface="Arial"/>
              </a:rPr>
              <a:t>Website for </a:t>
            </a:r>
            <a:r>
              <a:rPr sz="2050" b="1" spc="-110">
                <a:solidFill>
                  <a:srgbClr val="FFFFFF"/>
                </a:solidFill>
                <a:latin typeface="Arial"/>
                <a:cs typeface="Arial"/>
              </a:rPr>
              <a:t>Reference</a:t>
            </a:r>
            <a:r>
              <a:rPr lang="en-US" sz="2050" b="1" spc="-11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19370" y="32989"/>
            <a:ext cx="14001115" cy="2378049"/>
            <a:chOff x="119370" y="197428"/>
            <a:chExt cx="14001115" cy="2213610"/>
          </a:xfrm>
        </p:grpSpPr>
        <p:sp>
          <p:nvSpPr>
            <p:cNvPr id="68" name="object 68"/>
            <p:cNvSpPr/>
            <p:nvPr/>
          </p:nvSpPr>
          <p:spPr>
            <a:xfrm>
              <a:off x="119370" y="197428"/>
              <a:ext cx="14001115" cy="2213610"/>
            </a:xfrm>
            <a:custGeom>
              <a:avLst/>
              <a:gdLst/>
              <a:ahLst/>
              <a:cxnLst/>
              <a:rect l="l" t="t" r="r" b="b"/>
              <a:pathLst>
                <a:path w="14001115" h="2213610">
                  <a:moveTo>
                    <a:pt x="14001095" y="2213287"/>
                  </a:moveTo>
                  <a:lnTo>
                    <a:pt x="0" y="2213287"/>
                  </a:lnTo>
                  <a:lnTo>
                    <a:pt x="0" y="0"/>
                  </a:lnTo>
                  <a:lnTo>
                    <a:pt x="14001095" y="0"/>
                  </a:lnTo>
                  <a:lnTo>
                    <a:pt x="14001095" y="2213287"/>
                  </a:lnTo>
                  <a:close/>
                </a:path>
              </a:pathLst>
            </a:custGeom>
            <a:solidFill>
              <a:srgbClr val="F4F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19370" y="197428"/>
              <a:ext cx="14001115" cy="2213610"/>
            </a:xfrm>
            <a:custGeom>
              <a:avLst/>
              <a:gdLst/>
              <a:ahLst/>
              <a:cxnLst/>
              <a:rect l="l" t="t" r="r" b="b"/>
              <a:pathLst>
                <a:path w="14001115" h="2213610">
                  <a:moveTo>
                    <a:pt x="0" y="0"/>
                  </a:moveTo>
                  <a:lnTo>
                    <a:pt x="14001095" y="0"/>
                  </a:lnTo>
                  <a:lnTo>
                    <a:pt x="14001095" y="2213287"/>
                  </a:lnTo>
                  <a:lnTo>
                    <a:pt x="0" y="2213287"/>
                  </a:lnTo>
                  <a:lnTo>
                    <a:pt x="0" y="0"/>
                  </a:lnTo>
                  <a:close/>
                </a:path>
              </a:pathLst>
            </a:custGeom>
            <a:ln w="536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61BC66DC-013B-14F8-7E77-06C1A395F578}"/>
              </a:ext>
            </a:extLst>
          </p:cNvPr>
          <p:cNvSpPr txBox="1"/>
          <p:nvPr/>
        </p:nvSpPr>
        <p:spPr>
          <a:xfrm>
            <a:off x="378732" y="3346450"/>
            <a:ext cx="464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18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815B40B6-973B-46C4-8F6E-3657CBAB79EF}"/>
              </a:ext>
            </a:extLst>
          </p:cNvPr>
          <p:cNvSpPr txBox="1"/>
          <p:nvPr/>
        </p:nvSpPr>
        <p:spPr>
          <a:xfrm>
            <a:off x="392078" y="8451850"/>
            <a:ext cx="4732372" cy="320601"/>
          </a:xfrm>
          <a:prstGeom prst="rect">
            <a:avLst/>
          </a:prstGeom>
          <a:solidFill>
            <a:srgbClr val="365794"/>
          </a:solidFill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lang="en-US" sz="2050" b="1" spc="-85">
                <a:solidFill>
                  <a:srgbClr val="F7F7F7"/>
                </a:solidFill>
                <a:latin typeface="Arial"/>
                <a:cs typeface="Arial"/>
              </a:rPr>
              <a:t>Objective</a:t>
            </a:r>
            <a:endParaRPr lang="en-US" sz="205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608BEF-5AF4-7EC6-D2DC-451367797ADD}"/>
              </a:ext>
            </a:extLst>
          </p:cNvPr>
          <p:cNvSpPr txBox="1"/>
          <p:nvPr/>
        </p:nvSpPr>
        <p:spPr>
          <a:xfrm>
            <a:off x="151966" y="14928850"/>
            <a:ext cx="48200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spc="-125" dirty="0">
                <a:solidFill>
                  <a:srgbClr val="1BAD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: People in queue </a:t>
            </a:r>
            <a:r>
              <a:rPr lang="en-US" sz="1600" spc="-125">
                <a:solidFill>
                  <a:srgbClr val="1BAD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marts/Malls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5F71CE-525A-DE48-EA19-9D85906D6B48}"/>
              </a:ext>
            </a:extLst>
          </p:cNvPr>
          <p:cNvSpPr txBox="1"/>
          <p:nvPr/>
        </p:nvSpPr>
        <p:spPr>
          <a:xfrm>
            <a:off x="597863" y="8163184"/>
            <a:ext cx="4278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chemeClr val="tx2">
                    <a:lumMod val="75000"/>
                  </a:schemeClr>
                </a:solidFill>
              </a:rPr>
              <a:t>Fig: Smart Trolley System Overview</a:t>
            </a:r>
            <a:endParaRPr lang="en-IN" sz="10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37E75A85-51A8-6B7A-5AD4-A4384641F0C3}"/>
              </a:ext>
            </a:extLst>
          </p:cNvPr>
          <p:cNvSpPr txBox="1"/>
          <p:nvPr/>
        </p:nvSpPr>
        <p:spPr>
          <a:xfrm>
            <a:off x="9626600" y="2965450"/>
            <a:ext cx="4413250" cy="320601"/>
          </a:xfrm>
          <a:prstGeom prst="rect">
            <a:avLst/>
          </a:prstGeom>
          <a:solidFill>
            <a:srgbClr val="365794"/>
          </a:solidFill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lang="en-US" sz="2050" b="1" spc="-204">
                <a:solidFill>
                  <a:srgbClr val="FFFFFF"/>
                </a:solidFill>
                <a:latin typeface="Arial"/>
                <a:cs typeface="Arial"/>
              </a:rPr>
              <a:t>Methodology</a:t>
            </a:r>
            <a:endParaRPr lang="en-US" sz="2050">
              <a:latin typeface="Arial"/>
              <a:cs typeface="Arial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CD657F-E225-6B46-2F6F-B7104582B0AD}"/>
              </a:ext>
            </a:extLst>
          </p:cNvPr>
          <p:cNvSpPr txBox="1"/>
          <p:nvPr/>
        </p:nvSpPr>
        <p:spPr>
          <a:xfrm>
            <a:off x="10670286" y="6927850"/>
            <a:ext cx="2673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25" dirty="0">
                <a:solidFill>
                  <a:srgbClr val="1BAD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: Methodology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20EFCD39-6BF7-70DF-4862-1B1FCB4FB0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53250" y="98996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" name="object 71">
            <a:extLst>
              <a:ext uri="{FF2B5EF4-FFF2-40B4-BE49-F238E27FC236}">
                <a16:creationId xmlns:a16="http://schemas.microsoft.com/office/drawing/2014/main" id="{4DF595C2-5B31-E7B3-32D1-6929131E1C21}"/>
              </a:ext>
            </a:extLst>
          </p:cNvPr>
          <p:cNvSpPr txBox="1"/>
          <p:nvPr/>
        </p:nvSpPr>
        <p:spPr>
          <a:xfrm>
            <a:off x="2562007" y="504156"/>
            <a:ext cx="9020393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 algn="ctr">
              <a:buClr>
                <a:schemeClr val="dk1"/>
              </a:buClr>
              <a:buSzPts val="1100"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Rungta College Of Engineering &amp; Technology</a:t>
            </a:r>
          </a:p>
          <a:p>
            <a:pPr lvl="0" algn="ctr">
              <a:buClr>
                <a:schemeClr val="dk1"/>
              </a:buClr>
              <a:buSzPts val="1100"/>
            </a:pPr>
            <a:r>
              <a:rPr lang="en-US" sz="2400" spc="-31" dirty="0" err="1">
                <a:latin typeface="Times New Roman"/>
                <a:cs typeface="Times New Roman"/>
                <a:sym typeface="Times New Roman"/>
              </a:rPr>
              <a:t>Bhilai</a:t>
            </a:r>
            <a:r>
              <a:rPr lang="en-US" sz="2400" spc="-31" dirty="0">
                <a:latin typeface="Times New Roman"/>
                <a:cs typeface="Times New Roman"/>
                <a:sym typeface="Times New Roman"/>
              </a:rPr>
              <a:t> (C.G), India                                                           </a:t>
            </a:r>
          </a:p>
          <a:p>
            <a:pPr lvl="0" algn="ctr">
              <a:buClr>
                <a:schemeClr val="dk1"/>
              </a:buClr>
              <a:buSzPts val="1100"/>
            </a:pPr>
            <a:r>
              <a:rPr lang="en-US" sz="2800" b="1" dirty="0">
                <a:sym typeface="Times New Roman"/>
              </a:rPr>
              <a:t>Automated Smart Shopping Trolley with Real-Time WhatsApp Billing System</a:t>
            </a:r>
            <a:endParaRPr lang="en-US" sz="2800" b="1" spc="-31" dirty="0"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58" name="object 4">
            <a:extLst>
              <a:ext uri="{FF2B5EF4-FFF2-40B4-BE49-F238E27FC236}">
                <a16:creationId xmlns:a16="http://schemas.microsoft.com/office/drawing/2014/main" id="{7E75F856-190A-2EBB-9F36-F0B085678E81}"/>
              </a:ext>
            </a:extLst>
          </p:cNvPr>
          <p:cNvSpPr txBox="1"/>
          <p:nvPr/>
        </p:nvSpPr>
        <p:spPr>
          <a:xfrm>
            <a:off x="328430" y="11439264"/>
            <a:ext cx="4732372" cy="320601"/>
          </a:xfrm>
          <a:prstGeom prst="rect">
            <a:avLst/>
          </a:prstGeom>
          <a:solidFill>
            <a:srgbClr val="365794"/>
          </a:solidFill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lang="en-US" sz="2050" b="1" spc="-85" dirty="0">
                <a:solidFill>
                  <a:srgbClr val="F7F7F7"/>
                </a:solidFill>
                <a:latin typeface="Arial"/>
                <a:cs typeface="Arial"/>
              </a:rPr>
              <a:t>Problem Statement</a:t>
            </a:r>
            <a:endParaRPr lang="en-US" sz="2050" dirty="0">
              <a:latin typeface="Arial"/>
              <a:cs typeface="Arial"/>
            </a:endParaRPr>
          </a:p>
        </p:txBody>
      </p:sp>
      <p:graphicFrame>
        <p:nvGraphicFramePr>
          <p:cNvPr id="61" name="Table 2">
            <a:extLst>
              <a:ext uri="{FF2B5EF4-FFF2-40B4-BE49-F238E27FC236}">
                <a16:creationId xmlns:a16="http://schemas.microsoft.com/office/drawing/2014/main" id="{743A8345-D924-341C-A5AC-3AC03E075C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2261802"/>
              </p:ext>
            </p:extLst>
          </p:nvPr>
        </p:nvGraphicFramePr>
        <p:xfrm>
          <a:off x="213251" y="15309849"/>
          <a:ext cx="4990570" cy="3505201"/>
        </p:xfrm>
        <a:graphic>
          <a:graphicData uri="http://schemas.openxmlformats.org/drawingml/2006/table">
            <a:tbl>
              <a:tblPr firstRow="1"/>
              <a:tblGrid>
                <a:gridCol w="1744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5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218">
                <a:tc>
                  <a:txBody>
                    <a:bodyPr/>
                    <a:lstStyle/>
                    <a:p>
                      <a:pPr algn="ctr" defTabSz="457200"/>
                      <a:r>
                        <a:rPr sz="1500" b="1" dirty="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 Feature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3E569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3E569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457200"/>
                      <a:r>
                        <a:rPr sz="1500" b="1" dirty="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Description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3E5690"/>
                      </a:solidFill>
                      <a:miter lim="400000"/>
                    </a:lnR>
                    <a:lnT w="12700">
                      <a:solidFill>
                        <a:srgbClr val="3E569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641">
                <a:tc>
                  <a:txBody>
                    <a:bodyPr/>
                    <a:lstStyle/>
                    <a:p>
                      <a:pPr algn="l" defTabSz="457200"/>
                      <a:r>
                        <a:rPr lang="en-IN" sz="1200" b="1" dirty="0"/>
                        <a:t> </a:t>
                      </a:r>
                    </a:p>
                    <a:p>
                      <a:pPr algn="l" defTabSz="457200"/>
                      <a:r>
                        <a:rPr lang="en-IN" sz="1100" b="1" dirty="0"/>
                        <a:t>Real-time Product Scanning:</a:t>
                      </a:r>
                      <a:endParaRPr sz="1100" b="1" dirty="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3E569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lang="en-US" sz="1200" dirty="0"/>
                        <a:t>The system scans each product instantly using a scanner and records the details automatically,</a:t>
                      </a:r>
                      <a:endParaRPr sz="1200" dirty="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3E569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algn="l" defTabSz="457200">
                        <a:def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Times Roman"/>
                        </a:rPr>
                        <a:t>Automatic Data Storage:</a:t>
                      </a:r>
                      <a:endParaRPr b="0" dirty="0"/>
                    </a:p>
                  </a:txBody>
                  <a:tcPr marL="0" marR="0" marT="0" marB="0" horzOverflow="overflow">
                    <a:lnL w="12700">
                      <a:solidFill>
                        <a:srgbClr val="3E569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lang="en-US" sz="1200" dirty="0"/>
                        <a:t>All scanned product information is saved in a Google Sheet for easy tracking and management.</a:t>
                      </a:r>
                      <a:endParaRPr lang="en-US" sz="1200" dirty="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3E569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778">
                <a:tc>
                  <a:txBody>
                    <a:bodyPr/>
                    <a:lstStyle/>
                    <a:p>
                      <a:pPr algn="l" defTabSz="457200">
                        <a:def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Times Roman"/>
                        </a:rPr>
                        <a:t>Instant Bill Generation:</a:t>
                      </a:r>
                      <a:endParaRPr b="0" dirty="0"/>
                    </a:p>
                  </a:txBody>
                  <a:tcPr marL="0" marR="0" marT="0" marB="0" horzOverflow="overflow">
                    <a:lnL w="12700">
                      <a:solidFill>
                        <a:srgbClr val="3E569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lang="en-US" sz="1200" dirty="0"/>
                        <a:t>The system calculates the total amount and generates the bill automatically after scanning.</a:t>
                      </a:r>
                      <a:endParaRPr lang="en-US" sz="1200" dirty="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3E569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algn="l" defTabSz="457200"/>
                      <a:r>
                        <a:rPr lang="en-IN" sz="1200" b="1" dirty="0"/>
                        <a:t>WhatsApp Notification:</a:t>
                      </a:r>
                      <a:endParaRPr sz="1200" b="1" dirty="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3E569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lang="en-US" sz="1200" dirty="0"/>
                        <a:t>Customers receive product details and final bill directly on WhatsApp in real time.</a:t>
                      </a:r>
                      <a:endParaRPr sz="1200" dirty="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3E569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641">
                <a:tc>
                  <a:txBody>
                    <a:bodyPr/>
                    <a:lstStyle/>
                    <a:p>
                      <a:pPr algn="l" defTabSz="457200">
                        <a:def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Times Roman"/>
                        </a:rPr>
                        <a:t>User-Friendly System:</a:t>
                      </a:r>
                      <a:endParaRPr b="0" dirty="0"/>
                    </a:p>
                  </a:txBody>
                  <a:tcPr marL="0" marR="0" marT="0" marB="0" horzOverflow="overflow">
                    <a:lnL w="12700">
                      <a:solidFill>
                        <a:srgbClr val="3E569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lang="en-US" sz="1200" dirty="0"/>
                        <a:t>Simple interface that can be easily used by customers without technical knowledge.</a:t>
                      </a:r>
                      <a:endParaRPr lang="en-US" sz="1200" dirty="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3E569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algn="l" defTabSz="457200"/>
                      <a:r>
                        <a:rPr lang="en-IN" sz="1200" b="1" dirty="0"/>
                        <a:t>Faster Checkout Process:</a:t>
                      </a:r>
                      <a:endParaRPr sz="1200" b="1" dirty="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3E569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lang="en-US" sz="1200" dirty="0"/>
                        <a:t>Reduces waiting time in queues and makes shopping quick and smooth.</a:t>
                      </a:r>
                      <a:endParaRPr lang="en-US" sz="1200" dirty="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3E569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6641">
                <a:tc>
                  <a:txBody>
                    <a:bodyPr/>
                    <a:lstStyle/>
                    <a:p>
                      <a:pPr algn="l" defTabSz="457200"/>
                      <a:r>
                        <a:rPr lang="en-IN" sz="1200" b="1" dirty="0"/>
                        <a:t>   </a:t>
                      </a:r>
                    </a:p>
                    <a:p>
                      <a:pPr algn="l" defTabSz="457200"/>
                      <a:r>
                        <a:rPr lang="en-IN" sz="1200" b="1" dirty="0"/>
                        <a:t>Error Reduction:</a:t>
                      </a:r>
                      <a:endParaRPr sz="1200" b="1" dirty="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3E569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3E569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lang="en-US" sz="1200" dirty="0"/>
                        <a:t>Minimizes human errors in billing and data entry by automating the entire process.</a:t>
                      </a:r>
                      <a:endParaRPr lang="en-US" sz="1200" dirty="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3E569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3E569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5" name="object 4">
            <a:extLst>
              <a:ext uri="{FF2B5EF4-FFF2-40B4-BE49-F238E27FC236}">
                <a16:creationId xmlns:a16="http://schemas.microsoft.com/office/drawing/2014/main" id="{E2763ADF-65B8-620F-3282-53F5342396D9}"/>
              </a:ext>
            </a:extLst>
          </p:cNvPr>
          <p:cNvSpPr txBox="1"/>
          <p:nvPr/>
        </p:nvSpPr>
        <p:spPr>
          <a:xfrm>
            <a:off x="5276850" y="2972237"/>
            <a:ext cx="4204506" cy="328984"/>
          </a:xfrm>
          <a:prstGeom prst="rect">
            <a:avLst/>
          </a:prstGeom>
          <a:solidFill>
            <a:srgbClr val="365794"/>
          </a:solidFill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lang="en-US" sz="2050" b="1" spc="-85">
                <a:solidFill>
                  <a:srgbClr val="F7F7F7"/>
                </a:solidFill>
                <a:latin typeface="Arial"/>
                <a:cs typeface="Arial"/>
              </a:rPr>
              <a:t>Datasets Information</a:t>
            </a:r>
            <a:endParaRPr lang="en-US" sz="2050">
              <a:latin typeface="Arial"/>
              <a:cs typeface="Arial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0790B49-5A19-8036-642A-8969BC784898}"/>
              </a:ext>
            </a:extLst>
          </p:cNvPr>
          <p:cNvGrpSpPr/>
          <p:nvPr/>
        </p:nvGrpSpPr>
        <p:grpSpPr>
          <a:xfrm>
            <a:off x="9742221" y="3439071"/>
            <a:ext cx="3868893" cy="3336379"/>
            <a:chOff x="5387807" y="5321726"/>
            <a:chExt cx="3868893" cy="3336379"/>
          </a:xfrm>
        </p:grpSpPr>
        <p:grpSp>
          <p:nvGrpSpPr>
            <p:cNvPr id="22" name="object 63">
              <a:extLst>
                <a:ext uri="{FF2B5EF4-FFF2-40B4-BE49-F238E27FC236}">
                  <a16:creationId xmlns:a16="http://schemas.microsoft.com/office/drawing/2014/main" id="{03A6C011-24C1-305E-A617-087206D8AEB6}"/>
                </a:ext>
              </a:extLst>
            </p:cNvPr>
            <p:cNvGrpSpPr/>
            <p:nvPr/>
          </p:nvGrpSpPr>
          <p:grpSpPr>
            <a:xfrm>
              <a:off x="5456937" y="5321726"/>
              <a:ext cx="3781425" cy="405766"/>
              <a:chOff x="676500" y="15563983"/>
              <a:chExt cx="3781425" cy="405766"/>
            </a:xfrm>
          </p:grpSpPr>
          <p:sp>
            <p:nvSpPr>
              <p:cNvPr id="23" name="object 64">
                <a:extLst>
                  <a:ext uri="{FF2B5EF4-FFF2-40B4-BE49-F238E27FC236}">
                    <a16:creationId xmlns:a16="http://schemas.microsoft.com/office/drawing/2014/main" id="{C368074A-168B-A2C7-8993-9803E1AFD9DE}"/>
                  </a:ext>
                </a:extLst>
              </p:cNvPr>
              <p:cNvSpPr/>
              <p:nvPr/>
            </p:nvSpPr>
            <p:spPr>
              <a:xfrm>
                <a:off x="676500" y="15563984"/>
                <a:ext cx="3781425" cy="405765"/>
              </a:xfrm>
              <a:custGeom>
                <a:avLst/>
                <a:gdLst/>
                <a:ahLst/>
                <a:cxnLst/>
                <a:rect l="l" t="t" r="r" b="b"/>
                <a:pathLst>
                  <a:path w="3781425" h="405765">
                    <a:moveTo>
                      <a:pt x="3713685" y="405708"/>
                    </a:moveTo>
                    <a:lnTo>
                      <a:pt x="67618" y="405708"/>
                    </a:lnTo>
                    <a:lnTo>
                      <a:pt x="41298" y="400394"/>
                    </a:lnTo>
                    <a:lnTo>
                      <a:pt x="19804" y="385903"/>
                    </a:lnTo>
                    <a:lnTo>
                      <a:pt x="5313" y="364410"/>
                    </a:lnTo>
                    <a:lnTo>
                      <a:pt x="0" y="338090"/>
                    </a:lnTo>
                    <a:lnTo>
                      <a:pt x="0" y="67618"/>
                    </a:lnTo>
                    <a:lnTo>
                      <a:pt x="19804" y="19805"/>
                    </a:lnTo>
                    <a:lnTo>
                      <a:pt x="67618" y="0"/>
                    </a:lnTo>
                    <a:lnTo>
                      <a:pt x="3713685" y="0"/>
                    </a:lnTo>
                    <a:lnTo>
                      <a:pt x="3751199" y="11360"/>
                    </a:lnTo>
                    <a:lnTo>
                      <a:pt x="3776156" y="41741"/>
                    </a:lnTo>
                    <a:lnTo>
                      <a:pt x="3781303" y="67618"/>
                    </a:lnTo>
                    <a:lnTo>
                      <a:pt x="3781303" y="338090"/>
                    </a:lnTo>
                    <a:lnTo>
                      <a:pt x="3775989" y="364410"/>
                    </a:lnTo>
                    <a:lnTo>
                      <a:pt x="3761498" y="385903"/>
                    </a:lnTo>
                    <a:lnTo>
                      <a:pt x="3740005" y="400394"/>
                    </a:lnTo>
                    <a:lnTo>
                      <a:pt x="3713685" y="405708"/>
                    </a:lnTo>
                    <a:close/>
                  </a:path>
                </a:pathLst>
              </a:custGeom>
              <a:solidFill>
                <a:srgbClr val="D7D7D7"/>
              </a:solidFill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24" name="object 65">
                <a:extLst>
                  <a:ext uri="{FF2B5EF4-FFF2-40B4-BE49-F238E27FC236}">
                    <a16:creationId xmlns:a16="http://schemas.microsoft.com/office/drawing/2014/main" id="{4B651F78-3C48-1654-87E2-9AF40A9E8DCD}"/>
                  </a:ext>
                </a:extLst>
              </p:cNvPr>
              <p:cNvSpPr/>
              <p:nvPr/>
            </p:nvSpPr>
            <p:spPr>
              <a:xfrm>
                <a:off x="676500" y="15563983"/>
                <a:ext cx="3781425" cy="405765"/>
              </a:xfrm>
              <a:custGeom>
                <a:avLst/>
                <a:gdLst/>
                <a:ahLst/>
                <a:cxnLst/>
                <a:rect l="l" t="t" r="r" b="b"/>
                <a:pathLst>
                  <a:path w="3781425" h="405765">
                    <a:moveTo>
                      <a:pt x="0" y="67618"/>
                    </a:moveTo>
                    <a:lnTo>
                      <a:pt x="5313" y="41298"/>
                    </a:lnTo>
                    <a:lnTo>
                      <a:pt x="19804" y="19805"/>
                    </a:lnTo>
                    <a:lnTo>
                      <a:pt x="41298" y="5313"/>
                    </a:lnTo>
                    <a:lnTo>
                      <a:pt x="67618" y="0"/>
                    </a:lnTo>
                    <a:lnTo>
                      <a:pt x="3713685" y="0"/>
                    </a:lnTo>
                    <a:lnTo>
                      <a:pt x="3751199" y="11360"/>
                    </a:lnTo>
                    <a:lnTo>
                      <a:pt x="3776156" y="41741"/>
                    </a:lnTo>
                    <a:lnTo>
                      <a:pt x="3781303" y="67618"/>
                    </a:lnTo>
                    <a:lnTo>
                      <a:pt x="3781303" y="338090"/>
                    </a:lnTo>
                    <a:lnTo>
                      <a:pt x="3775989" y="364410"/>
                    </a:lnTo>
                    <a:lnTo>
                      <a:pt x="3761498" y="385903"/>
                    </a:lnTo>
                    <a:lnTo>
                      <a:pt x="3740005" y="400394"/>
                    </a:lnTo>
                    <a:lnTo>
                      <a:pt x="3713685" y="405708"/>
                    </a:lnTo>
                    <a:lnTo>
                      <a:pt x="67618" y="405708"/>
                    </a:lnTo>
                    <a:lnTo>
                      <a:pt x="41298" y="400394"/>
                    </a:lnTo>
                    <a:lnTo>
                      <a:pt x="19804" y="385903"/>
                    </a:lnTo>
                    <a:lnTo>
                      <a:pt x="5313" y="364410"/>
                    </a:lnTo>
                    <a:lnTo>
                      <a:pt x="0" y="338090"/>
                    </a:lnTo>
                    <a:lnTo>
                      <a:pt x="0" y="67618"/>
                    </a:lnTo>
                    <a:close/>
                  </a:path>
                </a:pathLst>
              </a:custGeom>
              <a:ln w="4474">
                <a:solidFill>
                  <a:srgbClr val="365794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676B11F-2C50-A03D-F7D8-534F7C3B1AFD}"/>
                </a:ext>
              </a:extLst>
            </p:cNvPr>
            <p:cNvSpPr txBox="1"/>
            <p:nvPr/>
          </p:nvSpPr>
          <p:spPr>
            <a:xfrm>
              <a:off x="5387807" y="5324144"/>
              <a:ext cx="376471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en-IN" sz="1600" dirty="0">
                  <a:solidFill>
                    <a:schemeClr val="tx2">
                      <a:lumMod val="75000"/>
                    </a:schemeClr>
                  </a:solidFill>
                </a:rPr>
                <a:t>Data Collection</a:t>
              </a:r>
              <a:endParaRPr lang="en-US" sz="16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1" name="object 63">
              <a:extLst>
                <a:ext uri="{FF2B5EF4-FFF2-40B4-BE49-F238E27FC236}">
                  <a16:creationId xmlns:a16="http://schemas.microsoft.com/office/drawing/2014/main" id="{96F7E6D4-9131-2A83-EDCD-6FE221959722}"/>
                </a:ext>
              </a:extLst>
            </p:cNvPr>
            <p:cNvGrpSpPr/>
            <p:nvPr/>
          </p:nvGrpSpPr>
          <p:grpSpPr>
            <a:xfrm>
              <a:off x="5458722" y="5874770"/>
              <a:ext cx="3781425" cy="405766"/>
              <a:chOff x="676500" y="15563983"/>
              <a:chExt cx="3781425" cy="405766"/>
            </a:xfrm>
          </p:grpSpPr>
          <p:sp>
            <p:nvSpPr>
              <p:cNvPr id="99" name="object 64">
                <a:extLst>
                  <a:ext uri="{FF2B5EF4-FFF2-40B4-BE49-F238E27FC236}">
                    <a16:creationId xmlns:a16="http://schemas.microsoft.com/office/drawing/2014/main" id="{75199BB9-7DCB-0E30-EBE9-8E2C42C92E6C}"/>
                  </a:ext>
                </a:extLst>
              </p:cNvPr>
              <p:cNvSpPr/>
              <p:nvPr/>
            </p:nvSpPr>
            <p:spPr>
              <a:xfrm>
                <a:off x="676500" y="15563984"/>
                <a:ext cx="3781425" cy="405765"/>
              </a:xfrm>
              <a:custGeom>
                <a:avLst/>
                <a:gdLst/>
                <a:ahLst/>
                <a:cxnLst/>
                <a:rect l="l" t="t" r="r" b="b"/>
                <a:pathLst>
                  <a:path w="3781425" h="405765">
                    <a:moveTo>
                      <a:pt x="3713685" y="405708"/>
                    </a:moveTo>
                    <a:lnTo>
                      <a:pt x="67618" y="405708"/>
                    </a:lnTo>
                    <a:lnTo>
                      <a:pt x="41298" y="400394"/>
                    </a:lnTo>
                    <a:lnTo>
                      <a:pt x="19804" y="385903"/>
                    </a:lnTo>
                    <a:lnTo>
                      <a:pt x="5313" y="364410"/>
                    </a:lnTo>
                    <a:lnTo>
                      <a:pt x="0" y="338090"/>
                    </a:lnTo>
                    <a:lnTo>
                      <a:pt x="0" y="67618"/>
                    </a:lnTo>
                    <a:lnTo>
                      <a:pt x="19804" y="19805"/>
                    </a:lnTo>
                    <a:lnTo>
                      <a:pt x="67618" y="0"/>
                    </a:lnTo>
                    <a:lnTo>
                      <a:pt x="3713685" y="0"/>
                    </a:lnTo>
                    <a:lnTo>
                      <a:pt x="3751199" y="11360"/>
                    </a:lnTo>
                    <a:lnTo>
                      <a:pt x="3776156" y="41741"/>
                    </a:lnTo>
                    <a:lnTo>
                      <a:pt x="3781303" y="67618"/>
                    </a:lnTo>
                    <a:lnTo>
                      <a:pt x="3781303" y="338090"/>
                    </a:lnTo>
                    <a:lnTo>
                      <a:pt x="3775989" y="364410"/>
                    </a:lnTo>
                    <a:lnTo>
                      <a:pt x="3761498" y="385903"/>
                    </a:lnTo>
                    <a:lnTo>
                      <a:pt x="3740005" y="400394"/>
                    </a:lnTo>
                    <a:lnTo>
                      <a:pt x="3713685" y="405708"/>
                    </a:lnTo>
                    <a:close/>
                  </a:path>
                </a:pathLst>
              </a:custGeom>
              <a:solidFill>
                <a:srgbClr val="D7D7D7"/>
              </a:solidFill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103" name="object 65">
                <a:extLst>
                  <a:ext uri="{FF2B5EF4-FFF2-40B4-BE49-F238E27FC236}">
                    <a16:creationId xmlns:a16="http://schemas.microsoft.com/office/drawing/2014/main" id="{603184F0-DAD0-8617-EE97-572D35C1EC19}"/>
                  </a:ext>
                </a:extLst>
              </p:cNvPr>
              <p:cNvSpPr/>
              <p:nvPr/>
            </p:nvSpPr>
            <p:spPr>
              <a:xfrm>
                <a:off x="676500" y="15563983"/>
                <a:ext cx="3781425" cy="405765"/>
              </a:xfrm>
              <a:custGeom>
                <a:avLst/>
                <a:gdLst/>
                <a:ahLst/>
                <a:cxnLst/>
                <a:rect l="l" t="t" r="r" b="b"/>
                <a:pathLst>
                  <a:path w="3781425" h="405765">
                    <a:moveTo>
                      <a:pt x="0" y="67618"/>
                    </a:moveTo>
                    <a:lnTo>
                      <a:pt x="5313" y="41298"/>
                    </a:lnTo>
                    <a:lnTo>
                      <a:pt x="19804" y="19805"/>
                    </a:lnTo>
                    <a:lnTo>
                      <a:pt x="41298" y="5313"/>
                    </a:lnTo>
                    <a:lnTo>
                      <a:pt x="67618" y="0"/>
                    </a:lnTo>
                    <a:lnTo>
                      <a:pt x="3713685" y="0"/>
                    </a:lnTo>
                    <a:lnTo>
                      <a:pt x="3751199" y="11360"/>
                    </a:lnTo>
                    <a:lnTo>
                      <a:pt x="3776156" y="41741"/>
                    </a:lnTo>
                    <a:lnTo>
                      <a:pt x="3781303" y="67618"/>
                    </a:lnTo>
                    <a:lnTo>
                      <a:pt x="3781303" y="338090"/>
                    </a:lnTo>
                    <a:lnTo>
                      <a:pt x="3775989" y="364410"/>
                    </a:lnTo>
                    <a:lnTo>
                      <a:pt x="3761498" y="385903"/>
                    </a:lnTo>
                    <a:lnTo>
                      <a:pt x="3740005" y="400394"/>
                    </a:lnTo>
                    <a:lnTo>
                      <a:pt x="3713685" y="405708"/>
                    </a:lnTo>
                    <a:lnTo>
                      <a:pt x="67618" y="405708"/>
                    </a:lnTo>
                    <a:lnTo>
                      <a:pt x="41298" y="400394"/>
                    </a:lnTo>
                    <a:lnTo>
                      <a:pt x="19804" y="385903"/>
                    </a:lnTo>
                    <a:lnTo>
                      <a:pt x="5313" y="364410"/>
                    </a:lnTo>
                    <a:lnTo>
                      <a:pt x="0" y="338090"/>
                    </a:lnTo>
                    <a:lnTo>
                      <a:pt x="0" y="67618"/>
                    </a:lnTo>
                    <a:close/>
                  </a:path>
                </a:pathLst>
              </a:custGeom>
              <a:ln w="4474">
                <a:solidFill>
                  <a:srgbClr val="365794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D0DAA23-FD68-67C4-98AB-D7C3768A640A}"/>
                </a:ext>
              </a:extLst>
            </p:cNvPr>
            <p:cNvSpPr txBox="1"/>
            <p:nvPr/>
          </p:nvSpPr>
          <p:spPr>
            <a:xfrm>
              <a:off x="5471918" y="5900068"/>
              <a:ext cx="376471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 algn="ctr">
                <a:spcBef>
                  <a:spcPts val="125"/>
                </a:spcBef>
              </a:pPr>
              <a:r>
                <a:rPr lang="en-IN" sz="1600" dirty="0">
                  <a:solidFill>
                    <a:schemeClr val="tx2">
                      <a:lumMod val="75000"/>
                    </a:schemeClr>
                  </a:solidFill>
                </a:rPr>
                <a:t>Database &amp; Storage</a:t>
              </a:r>
              <a:endParaRPr lang="en-US" sz="16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3" name="object 63">
              <a:extLst>
                <a:ext uri="{FF2B5EF4-FFF2-40B4-BE49-F238E27FC236}">
                  <a16:creationId xmlns:a16="http://schemas.microsoft.com/office/drawing/2014/main" id="{C9C3AB3E-03D1-F422-EBE2-9E8D0AC0E6A9}"/>
                </a:ext>
              </a:extLst>
            </p:cNvPr>
            <p:cNvGrpSpPr/>
            <p:nvPr/>
          </p:nvGrpSpPr>
          <p:grpSpPr>
            <a:xfrm>
              <a:off x="5458722" y="6463255"/>
              <a:ext cx="3781425" cy="405766"/>
              <a:chOff x="676500" y="15563983"/>
              <a:chExt cx="3781425" cy="405766"/>
            </a:xfrm>
          </p:grpSpPr>
          <p:sp>
            <p:nvSpPr>
              <p:cNvPr id="97" name="object 64">
                <a:extLst>
                  <a:ext uri="{FF2B5EF4-FFF2-40B4-BE49-F238E27FC236}">
                    <a16:creationId xmlns:a16="http://schemas.microsoft.com/office/drawing/2014/main" id="{B1799B85-04B2-69B4-C336-EB61828F786D}"/>
                  </a:ext>
                </a:extLst>
              </p:cNvPr>
              <p:cNvSpPr/>
              <p:nvPr/>
            </p:nvSpPr>
            <p:spPr>
              <a:xfrm>
                <a:off x="676500" y="15563984"/>
                <a:ext cx="3781425" cy="405765"/>
              </a:xfrm>
              <a:custGeom>
                <a:avLst/>
                <a:gdLst/>
                <a:ahLst/>
                <a:cxnLst/>
                <a:rect l="l" t="t" r="r" b="b"/>
                <a:pathLst>
                  <a:path w="3781425" h="405765">
                    <a:moveTo>
                      <a:pt x="3713685" y="405708"/>
                    </a:moveTo>
                    <a:lnTo>
                      <a:pt x="67618" y="405708"/>
                    </a:lnTo>
                    <a:lnTo>
                      <a:pt x="41298" y="400394"/>
                    </a:lnTo>
                    <a:lnTo>
                      <a:pt x="19804" y="385903"/>
                    </a:lnTo>
                    <a:lnTo>
                      <a:pt x="5313" y="364410"/>
                    </a:lnTo>
                    <a:lnTo>
                      <a:pt x="0" y="338090"/>
                    </a:lnTo>
                    <a:lnTo>
                      <a:pt x="0" y="67618"/>
                    </a:lnTo>
                    <a:lnTo>
                      <a:pt x="19804" y="19805"/>
                    </a:lnTo>
                    <a:lnTo>
                      <a:pt x="67618" y="0"/>
                    </a:lnTo>
                    <a:lnTo>
                      <a:pt x="3713685" y="0"/>
                    </a:lnTo>
                    <a:lnTo>
                      <a:pt x="3751199" y="11360"/>
                    </a:lnTo>
                    <a:lnTo>
                      <a:pt x="3776156" y="41741"/>
                    </a:lnTo>
                    <a:lnTo>
                      <a:pt x="3781303" y="67618"/>
                    </a:lnTo>
                    <a:lnTo>
                      <a:pt x="3781303" y="338090"/>
                    </a:lnTo>
                    <a:lnTo>
                      <a:pt x="3775989" y="364410"/>
                    </a:lnTo>
                    <a:lnTo>
                      <a:pt x="3761498" y="385903"/>
                    </a:lnTo>
                    <a:lnTo>
                      <a:pt x="3740005" y="400394"/>
                    </a:lnTo>
                    <a:lnTo>
                      <a:pt x="3713685" y="405708"/>
                    </a:lnTo>
                    <a:close/>
                  </a:path>
                </a:pathLst>
              </a:custGeom>
              <a:solidFill>
                <a:srgbClr val="D7D7D7"/>
              </a:solidFill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98" name="object 65">
                <a:extLst>
                  <a:ext uri="{FF2B5EF4-FFF2-40B4-BE49-F238E27FC236}">
                    <a16:creationId xmlns:a16="http://schemas.microsoft.com/office/drawing/2014/main" id="{67D4BFB7-6C4B-60F5-CDCD-30465BFA22D0}"/>
                  </a:ext>
                </a:extLst>
              </p:cNvPr>
              <p:cNvSpPr/>
              <p:nvPr/>
            </p:nvSpPr>
            <p:spPr>
              <a:xfrm>
                <a:off x="676500" y="15563983"/>
                <a:ext cx="3781425" cy="405765"/>
              </a:xfrm>
              <a:custGeom>
                <a:avLst/>
                <a:gdLst/>
                <a:ahLst/>
                <a:cxnLst/>
                <a:rect l="l" t="t" r="r" b="b"/>
                <a:pathLst>
                  <a:path w="3781425" h="405765">
                    <a:moveTo>
                      <a:pt x="0" y="67618"/>
                    </a:moveTo>
                    <a:lnTo>
                      <a:pt x="5313" y="41298"/>
                    </a:lnTo>
                    <a:lnTo>
                      <a:pt x="19804" y="19805"/>
                    </a:lnTo>
                    <a:lnTo>
                      <a:pt x="41298" y="5313"/>
                    </a:lnTo>
                    <a:lnTo>
                      <a:pt x="67618" y="0"/>
                    </a:lnTo>
                    <a:lnTo>
                      <a:pt x="3713685" y="0"/>
                    </a:lnTo>
                    <a:lnTo>
                      <a:pt x="3751199" y="11360"/>
                    </a:lnTo>
                    <a:lnTo>
                      <a:pt x="3776156" y="41741"/>
                    </a:lnTo>
                    <a:lnTo>
                      <a:pt x="3781303" y="67618"/>
                    </a:lnTo>
                    <a:lnTo>
                      <a:pt x="3781303" y="338090"/>
                    </a:lnTo>
                    <a:lnTo>
                      <a:pt x="3775989" y="364410"/>
                    </a:lnTo>
                    <a:lnTo>
                      <a:pt x="3761498" y="385903"/>
                    </a:lnTo>
                    <a:lnTo>
                      <a:pt x="3740005" y="400394"/>
                    </a:lnTo>
                    <a:lnTo>
                      <a:pt x="3713685" y="405708"/>
                    </a:lnTo>
                    <a:lnTo>
                      <a:pt x="67618" y="405708"/>
                    </a:lnTo>
                    <a:lnTo>
                      <a:pt x="41298" y="400394"/>
                    </a:lnTo>
                    <a:lnTo>
                      <a:pt x="19804" y="385903"/>
                    </a:lnTo>
                    <a:lnTo>
                      <a:pt x="5313" y="364410"/>
                    </a:lnTo>
                    <a:lnTo>
                      <a:pt x="0" y="338090"/>
                    </a:lnTo>
                    <a:lnTo>
                      <a:pt x="0" y="67618"/>
                    </a:lnTo>
                    <a:close/>
                  </a:path>
                </a:pathLst>
              </a:custGeom>
              <a:ln w="4474">
                <a:solidFill>
                  <a:srgbClr val="365794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F9872FD-F6C3-8681-904A-DC662272C7BE}"/>
                </a:ext>
              </a:extLst>
            </p:cNvPr>
            <p:cNvSpPr txBox="1"/>
            <p:nvPr/>
          </p:nvSpPr>
          <p:spPr>
            <a:xfrm>
              <a:off x="5455731" y="6495961"/>
              <a:ext cx="3764713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en-IN" sz="1500" dirty="0">
                  <a:solidFill>
                    <a:schemeClr val="tx2">
                      <a:lumMod val="75000"/>
                    </a:schemeClr>
                  </a:solidFill>
                </a:rPr>
                <a:t>RFID Processing &amp; Hardware Control</a:t>
              </a:r>
              <a:endParaRPr lang="en-US" sz="15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5" name="object 63">
              <a:extLst>
                <a:ext uri="{FF2B5EF4-FFF2-40B4-BE49-F238E27FC236}">
                  <a16:creationId xmlns:a16="http://schemas.microsoft.com/office/drawing/2014/main" id="{5C8DAEA7-CF5B-E71D-8C7B-CAA5C3BFBBB7}"/>
                </a:ext>
              </a:extLst>
            </p:cNvPr>
            <p:cNvGrpSpPr/>
            <p:nvPr/>
          </p:nvGrpSpPr>
          <p:grpSpPr>
            <a:xfrm>
              <a:off x="5447295" y="7042218"/>
              <a:ext cx="3781425" cy="405766"/>
              <a:chOff x="676500" y="15563983"/>
              <a:chExt cx="3781425" cy="405766"/>
            </a:xfrm>
          </p:grpSpPr>
          <p:sp>
            <p:nvSpPr>
              <p:cNvPr id="95" name="object 64">
                <a:extLst>
                  <a:ext uri="{FF2B5EF4-FFF2-40B4-BE49-F238E27FC236}">
                    <a16:creationId xmlns:a16="http://schemas.microsoft.com/office/drawing/2014/main" id="{57834664-C66E-B29B-0491-6578513DA502}"/>
                  </a:ext>
                </a:extLst>
              </p:cNvPr>
              <p:cNvSpPr/>
              <p:nvPr/>
            </p:nvSpPr>
            <p:spPr>
              <a:xfrm>
                <a:off x="676500" y="15563984"/>
                <a:ext cx="3781425" cy="405765"/>
              </a:xfrm>
              <a:custGeom>
                <a:avLst/>
                <a:gdLst/>
                <a:ahLst/>
                <a:cxnLst/>
                <a:rect l="l" t="t" r="r" b="b"/>
                <a:pathLst>
                  <a:path w="3781425" h="405765">
                    <a:moveTo>
                      <a:pt x="3713685" y="405708"/>
                    </a:moveTo>
                    <a:lnTo>
                      <a:pt x="67618" y="405708"/>
                    </a:lnTo>
                    <a:lnTo>
                      <a:pt x="41298" y="400394"/>
                    </a:lnTo>
                    <a:lnTo>
                      <a:pt x="19804" y="385903"/>
                    </a:lnTo>
                    <a:lnTo>
                      <a:pt x="5313" y="364410"/>
                    </a:lnTo>
                    <a:lnTo>
                      <a:pt x="0" y="338090"/>
                    </a:lnTo>
                    <a:lnTo>
                      <a:pt x="0" y="67618"/>
                    </a:lnTo>
                    <a:lnTo>
                      <a:pt x="19804" y="19805"/>
                    </a:lnTo>
                    <a:lnTo>
                      <a:pt x="67618" y="0"/>
                    </a:lnTo>
                    <a:lnTo>
                      <a:pt x="3713685" y="0"/>
                    </a:lnTo>
                    <a:lnTo>
                      <a:pt x="3751199" y="11360"/>
                    </a:lnTo>
                    <a:lnTo>
                      <a:pt x="3776156" y="41741"/>
                    </a:lnTo>
                    <a:lnTo>
                      <a:pt x="3781303" y="67618"/>
                    </a:lnTo>
                    <a:lnTo>
                      <a:pt x="3781303" y="338090"/>
                    </a:lnTo>
                    <a:lnTo>
                      <a:pt x="3775989" y="364410"/>
                    </a:lnTo>
                    <a:lnTo>
                      <a:pt x="3761498" y="385903"/>
                    </a:lnTo>
                    <a:lnTo>
                      <a:pt x="3740005" y="400394"/>
                    </a:lnTo>
                    <a:lnTo>
                      <a:pt x="3713685" y="405708"/>
                    </a:lnTo>
                    <a:close/>
                  </a:path>
                </a:pathLst>
              </a:custGeom>
              <a:solidFill>
                <a:srgbClr val="D7D7D7"/>
              </a:solidFill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96" name="object 65">
                <a:extLst>
                  <a:ext uri="{FF2B5EF4-FFF2-40B4-BE49-F238E27FC236}">
                    <a16:creationId xmlns:a16="http://schemas.microsoft.com/office/drawing/2014/main" id="{3F531CDC-6F61-FFD4-A6D7-EC94AF85B275}"/>
                  </a:ext>
                </a:extLst>
              </p:cNvPr>
              <p:cNvSpPr/>
              <p:nvPr/>
            </p:nvSpPr>
            <p:spPr>
              <a:xfrm>
                <a:off x="676500" y="15563983"/>
                <a:ext cx="3781425" cy="405765"/>
              </a:xfrm>
              <a:custGeom>
                <a:avLst/>
                <a:gdLst/>
                <a:ahLst/>
                <a:cxnLst/>
                <a:rect l="l" t="t" r="r" b="b"/>
                <a:pathLst>
                  <a:path w="3781425" h="405765">
                    <a:moveTo>
                      <a:pt x="0" y="67618"/>
                    </a:moveTo>
                    <a:lnTo>
                      <a:pt x="5313" y="41298"/>
                    </a:lnTo>
                    <a:lnTo>
                      <a:pt x="19804" y="19805"/>
                    </a:lnTo>
                    <a:lnTo>
                      <a:pt x="41298" y="5313"/>
                    </a:lnTo>
                    <a:lnTo>
                      <a:pt x="67618" y="0"/>
                    </a:lnTo>
                    <a:lnTo>
                      <a:pt x="3713685" y="0"/>
                    </a:lnTo>
                    <a:lnTo>
                      <a:pt x="3751199" y="11360"/>
                    </a:lnTo>
                    <a:lnTo>
                      <a:pt x="3776156" y="41741"/>
                    </a:lnTo>
                    <a:lnTo>
                      <a:pt x="3781303" y="67618"/>
                    </a:lnTo>
                    <a:lnTo>
                      <a:pt x="3781303" y="338090"/>
                    </a:lnTo>
                    <a:lnTo>
                      <a:pt x="3775989" y="364410"/>
                    </a:lnTo>
                    <a:lnTo>
                      <a:pt x="3761498" y="385903"/>
                    </a:lnTo>
                    <a:lnTo>
                      <a:pt x="3740005" y="400394"/>
                    </a:lnTo>
                    <a:lnTo>
                      <a:pt x="3713685" y="405708"/>
                    </a:lnTo>
                    <a:lnTo>
                      <a:pt x="67618" y="405708"/>
                    </a:lnTo>
                    <a:lnTo>
                      <a:pt x="41298" y="400394"/>
                    </a:lnTo>
                    <a:lnTo>
                      <a:pt x="19804" y="385903"/>
                    </a:lnTo>
                    <a:lnTo>
                      <a:pt x="5313" y="364410"/>
                    </a:lnTo>
                    <a:lnTo>
                      <a:pt x="0" y="338090"/>
                    </a:lnTo>
                    <a:lnTo>
                      <a:pt x="0" y="67618"/>
                    </a:lnTo>
                    <a:close/>
                  </a:path>
                </a:pathLst>
              </a:custGeom>
              <a:ln w="4474">
                <a:solidFill>
                  <a:srgbClr val="365794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265CE6A-F86F-57FB-9A3F-27C8DCA75793}"/>
                </a:ext>
              </a:extLst>
            </p:cNvPr>
            <p:cNvSpPr txBox="1"/>
            <p:nvPr/>
          </p:nvSpPr>
          <p:spPr>
            <a:xfrm>
              <a:off x="5445705" y="7075300"/>
              <a:ext cx="376471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en-IN" sz="1600" dirty="0">
                  <a:solidFill>
                    <a:schemeClr val="tx2">
                      <a:lumMod val="75000"/>
                    </a:schemeClr>
                  </a:solidFill>
                </a:rPr>
                <a:t>Billing &amp; Communication System</a:t>
              </a:r>
              <a:endParaRPr lang="en-US" sz="16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9" name="object 74">
              <a:extLst>
                <a:ext uri="{FF2B5EF4-FFF2-40B4-BE49-F238E27FC236}">
                  <a16:creationId xmlns:a16="http://schemas.microsoft.com/office/drawing/2014/main" id="{64F88AA0-F248-9F79-BE4F-BEC6A5723B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89553" y="5756784"/>
              <a:ext cx="77018" cy="132441"/>
            </a:xfrm>
            <a:prstGeom prst="rect">
              <a:avLst/>
            </a:prstGeom>
          </p:spPr>
        </p:pic>
        <p:pic>
          <p:nvPicPr>
            <p:cNvPr id="80" name="object 74">
              <a:extLst>
                <a:ext uri="{FF2B5EF4-FFF2-40B4-BE49-F238E27FC236}">
                  <a16:creationId xmlns:a16="http://schemas.microsoft.com/office/drawing/2014/main" id="{644DC55F-7E48-0DAE-377E-FF3518C9034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9579" y="6304552"/>
              <a:ext cx="77018" cy="132441"/>
            </a:xfrm>
            <a:prstGeom prst="rect">
              <a:avLst/>
            </a:prstGeom>
          </p:spPr>
        </p:pic>
        <p:pic>
          <p:nvPicPr>
            <p:cNvPr id="81" name="object 74">
              <a:extLst>
                <a:ext uri="{FF2B5EF4-FFF2-40B4-BE49-F238E27FC236}">
                  <a16:creationId xmlns:a16="http://schemas.microsoft.com/office/drawing/2014/main" id="{89CF681A-D4E1-EC3E-6799-8F8F82EDCBB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76095" y="6909777"/>
              <a:ext cx="77018" cy="132441"/>
            </a:xfrm>
            <a:prstGeom prst="rect">
              <a:avLst/>
            </a:prstGeom>
          </p:spPr>
        </p:pic>
        <p:grpSp>
          <p:nvGrpSpPr>
            <p:cNvPr id="82" name="object 63">
              <a:extLst>
                <a:ext uri="{FF2B5EF4-FFF2-40B4-BE49-F238E27FC236}">
                  <a16:creationId xmlns:a16="http://schemas.microsoft.com/office/drawing/2014/main" id="{76F38F9E-F105-0153-933A-FC9E4C19B6E8}"/>
                </a:ext>
              </a:extLst>
            </p:cNvPr>
            <p:cNvGrpSpPr/>
            <p:nvPr/>
          </p:nvGrpSpPr>
          <p:grpSpPr>
            <a:xfrm>
              <a:off x="5471918" y="7647114"/>
              <a:ext cx="3781425" cy="405766"/>
              <a:chOff x="676500" y="15563983"/>
              <a:chExt cx="3781425" cy="405766"/>
            </a:xfrm>
          </p:grpSpPr>
          <p:sp>
            <p:nvSpPr>
              <p:cNvPr id="91" name="object 64">
                <a:extLst>
                  <a:ext uri="{FF2B5EF4-FFF2-40B4-BE49-F238E27FC236}">
                    <a16:creationId xmlns:a16="http://schemas.microsoft.com/office/drawing/2014/main" id="{FCB6BF6F-305E-9396-707C-4C1B1DC8EE5D}"/>
                  </a:ext>
                </a:extLst>
              </p:cNvPr>
              <p:cNvSpPr/>
              <p:nvPr/>
            </p:nvSpPr>
            <p:spPr>
              <a:xfrm>
                <a:off x="676500" y="15563984"/>
                <a:ext cx="3781425" cy="405765"/>
              </a:xfrm>
              <a:custGeom>
                <a:avLst/>
                <a:gdLst/>
                <a:ahLst/>
                <a:cxnLst/>
                <a:rect l="l" t="t" r="r" b="b"/>
                <a:pathLst>
                  <a:path w="3781425" h="405765">
                    <a:moveTo>
                      <a:pt x="3713685" y="405708"/>
                    </a:moveTo>
                    <a:lnTo>
                      <a:pt x="67618" y="405708"/>
                    </a:lnTo>
                    <a:lnTo>
                      <a:pt x="41298" y="400394"/>
                    </a:lnTo>
                    <a:lnTo>
                      <a:pt x="19804" y="385903"/>
                    </a:lnTo>
                    <a:lnTo>
                      <a:pt x="5313" y="364410"/>
                    </a:lnTo>
                    <a:lnTo>
                      <a:pt x="0" y="338090"/>
                    </a:lnTo>
                    <a:lnTo>
                      <a:pt x="0" y="67618"/>
                    </a:lnTo>
                    <a:lnTo>
                      <a:pt x="19804" y="19805"/>
                    </a:lnTo>
                    <a:lnTo>
                      <a:pt x="67618" y="0"/>
                    </a:lnTo>
                    <a:lnTo>
                      <a:pt x="3713685" y="0"/>
                    </a:lnTo>
                    <a:lnTo>
                      <a:pt x="3751199" y="11360"/>
                    </a:lnTo>
                    <a:lnTo>
                      <a:pt x="3776156" y="41741"/>
                    </a:lnTo>
                    <a:lnTo>
                      <a:pt x="3781303" y="67618"/>
                    </a:lnTo>
                    <a:lnTo>
                      <a:pt x="3781303" y="338090"/>
                    </a:lnTo>
                    <a:lnTo>
                      <a:pt x="3775989" y="364410"/>
                    </a:lnTo>
                    <a:lnTo>
                      <a:pt x="3761498" y="385903"/>
                    </a:lnTo>
                    <a:lnTo>
                      <a:pt x="3740005" y="400394"/>
                    </a:lnTo>
                    <a:lnTo>
                      <a:pt x="3713685" y="405708"/>
                    </a:lnTo>
                    <a:close/>
                  </a:path>
                </a:pathLst>
              </a:custGeom>
              <a:solidFill>
                <a:srgbClr val="D7D7D7"/>
              </a:solidFill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92" name="object 65">
                <a:extLst>
                  <a:ext uri="{FF2B5EF4-FFF2-40B4-BE49-F238E27FC236}">
                    <a16:creationId xmlns:a16="http://schemas.microsoft.com/office/drawing/2014/main" id="{C22FBF09-BA6A-041F-5F84-0477318E5E54}"/>
                  </a:ext>
                </a:extLst>
              </p:cNvPr>
              <p:cNvSpPr/>
              <p:nvPr/>
            </p:nvSpPr>
            <p:spPr>
              <a:xfrm>
                <a:off x="676500" y="15563983"/>
                <a:ext cx="3781425" cy="405765"/>
              </a:xfrm>
              <a:custGeom>
                <a:avLst/>
                <a:gdLst/>
                <a:ahLst/>
                <a:cxnLst/>
                <a:rect l="l" t="t" r="r" b="b"/>
                <a:pathLst>
                  <a:path w="3781425" h="405765">
                    <a:moveTo>
                      <a:pt x="0" y="67618"/>
                    </a:moveTo>
                    <a:lnTo>
                      <a:pt x="5313" y="41298"/>
                    </a:lnTo>
                    <a:lnTo>
                      <a:pt x="19804" y="19805"/>
                    </a:lnTo>
                    <a:lnTo>
                      <a:pt x="41298" y="5313"/>
                    </a:lnTo>
                    <a:lnTo>
                      <a:pt x="67618" y="0"/>
                    </a:lnTo>
                    <a:lnTo>
                      <a:pt x="3713685" y="0"/>
                    </a:lnTo>
                    <a:lnTo>
                      <a:pt x="3751199" y="11360"/>
                    </a:lnTo>
                    <a:lnTo>
                      <a:pt x="3776156" y="41741"/>
                    </a:lnTo>
                    <a:lnTo>
                      <a:pt x="3781303" y="67618"/>
                    </a:lnTo>
                    <a:lnTo>
                      <a:pt x="3781303" y="338090"/>
                    </a:lnTo>
                    <a:lnTo>
                      <a:pt x="3775989" y="364410"/>
                    </a:lnTo>
                    <a:lnTo>
                      <a:pt x="3761498" y="385903"/>
                    </a:lnTo>
                    <a:lnTo>
                      <a:pt x="3740005" y="400394"/>
                    </a:lnTo>
                    <a:lnTo>
                      <a:pt x="3713685" y="405708"/>
                    </a:lnTo>
                    <a:lnTo>
                      <a:pt x="67618" y="405708"/>
                    </a:lnTo>
                    <a:lnTo>
                      <a:pt x="41298" y="400394"/>
                    </a:lnTo>
                    <a:lnTo>
                      <a:pt x="19804" y="385903"/>
                    </a:lnTo>
                    <a:lnTo>
                      <a:pt x="5313" y="364410"/>
                    </a:lnTo>
                    <a:lnTo>
                      <a:pt x="0" y="338090"/>
                    </a:lnTo>
                    <a:lnTo>
                      <a:pt x="0" y="67618"/>
                    </a:lnTo>
                    <a:close/>
                  </a:path>
                </a:pathLst>
              </a:custGeom>
              <a:ln w="4474">
                <a:solidFill>
                  <a:srgbClr val="365794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3773B51-7653-4BE4-EE64-1B08523B85FA}"/>
                </a:ext>
              </a:extLst>
            </p:cNvPr>
            <p:cNvSpPr txBox="1"/>
            <p:nvPr/>
          </p:nvSpPr>
          <p:spPr>
            <a:xfrm>
              <a:off x="5480275" y="7648736"/>
              <a:ext cx="376471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en-IN" sz="1600" dirty="0">
                  <a:solidFill>
                    <a:schemeClr val="tx2">
                      <a:lumMod val="75000"/>
                    </a:schemeClr>
                  </a:solidFill>
                </a:rPr>
                <a:t>User Interface Module</a:t>
              </a:r>
              <a:endParaRPr lang="en-US" sz="16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4" name="object 63">
              <a:extLst>
                <a:ext uri="{FF2B5EF4-FFF2-40B4-BE49-F238E27FC236}">
                  <a16:creationId xmlns:a16="http://schemas.microsoft.com/office/drawing/2014/main" id="{C51D0D5D-A898-B9F1-9CA2-E404EB45D2B9}"/>
                </a:ext>
              </a:extLst>
            </p:cNvPr>
            <p:cNvGrpSpPr/>
            <p:nvPr/>
          </p:nvGrpSpPr>
          <p:grpSpPr>
            <a:xfrm>
              <a:off x="5475275" y="8252339"/>
              <a:ext cx="3781425" cy="405766"/>
              <a:chOff x="676500" y="15563983"/>
              <a:chExt cx="3781425" cy="405766"/>
            </a:xfrm>
          </p:grpSpPr>
          <p:sp>
            <p:nvSpPr>
              <p:cNvPr id="89" name="object 64">
                <a:extLst>
                  <a:ext uri="{FF2B5EF4-FFF2-40B4-BE49-F238E27FC236}">
                    <a16:creationId xmlns:a16="http://schemas.microsoft.com/office/drawing/2014/main" id="{41EA5510-51A0-EEFD-AA81-91575784BFE0}"/>
                  </a:ext>
                </a:extLst>
              </p:cNvPr>
              <p:cNvSpPr/>
              <p:nvPr/>
            </p:nvSpPr>
            <p:spPr>
              <a:xfrm>
                <a:off x="676500" y="15563984"/>
                <a:ext cx="3781425" cy="405765"/>
              </a:xfrm>
              <a:custGeom>
                <a:avLst/>
                <a:gdLst/>
                <a:ahLst/>
                <a:cxnLst/>
                <a:rect l="l" t="t" r="r" b="b"/>
                <a:pathLst>
                  <a:path w="3781425" h="405765">
                    <a:moveTo>
                      <a:pt x="3713685" y="405708"/>
                    </a:moveTo>
                    <a:lnTo>
                      <a:pt x="67618" y="405708"/>
                    </a:lnTo>
                    <a:lnTo>
                      <a:pt x="41298" y="400394"/>
                    </a:lnTo>
                    <a:lnTo>
                      <a:pt x="19804" y="385903"/>
                    </a:lnTo>
                    <a:lnTo>
                      <a:pt x="5313" y="364410"/>
                    </a:lnTo>
                    <a:lnTo>
                      <a:pt x="0" y="338090"/>
                    </a:lnTo>
                    <a:lnTo>
                      <a:pt x="0" y="67618"/>
                    </a:lnTo>
                    <a:lnTo>
                      <a:pt x="19804" y="19805"/>
                    </a:lnTo>
                    <a:lnTo>
                      <a:pt x="67618" y="0"/>
                    </a:lnTo>
                    <a:lnTo>
                      <a:pt x="3713685" y="0"/>
                    </a:lnTo>
                    <a:lnTo>
                      <a:pt x="3751199" y="11360"/>
                    </a:lnTo>
                    <a:lnTo>
                      <a:pt x="3776156" y="41741"/>
                    </a:lnTo>
                    <a:lnTo>
                      <a:pt x="3781303" y="67618"/>
                    </a:lnTo>
                    <a:lnTo>
                      <a:pt x="3781303" y="338090"/>
                    </a:lnTo>
                    <a:lnTo>
                      <a:pt x="3775989" y="364410"/>
                    </a:lnTo>
                    <a:lnTo>
                      <a:pt x="3761498" y="385903"/>
                    </a:lnTo>
                    <a:lnTo>
                      <a:pt x="3740005" y="400394"/>
                    </a:lnTo>
                    <a:lnTo>
                      <a:pt x="3713685" y="405708"/>
                    </a:lnTo>
                    <a:close/>
                  </a:path>
                </a:pathLst>
              </a:custGeom>
              <a:solidFill>
                <a:srgbClr val="D7D7D7"/>
              </a:solidFill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90" name="object 65">
                <a:extLst>
                  <a:ext uri="{FF2B5EF4-FFF2-40B4-BE49-F238E27FC236}">
                    <a16:creationId xmlns:a16="http://schemas.microsoft.com/office/drawing/2014/main" id="{B3ABFF70-C7B2-9263-F862-0A52F85F6F74}"/>
                  </a:ext>
                </a:extLst>
              </p:cNvPr>
              <p:cNvSpPr/>
              <p:nvPr/>
            </p:nvSpPr>
            <p:spPr>
              <a:xfrm>
                <a:off x="676500" y="15563983"/>
                <a:ext cx="3781425" cy="405765"/>
              </a:xfrm>
              <a:custGeom>
                <a:avLst/>
                <a:gdLst/>
                <a:ahLst/>
                <a:cxnLst/>
                <a:rect l="l" t="t" r="r" b="b"/>
                <a:pathLst>
                  <a:path w="3781425" h="405765">
                    <a:moveTo>
                      <a:pt x="0" y="67618"/>
                    </a:moveTo>
                    <a:lnTo>
                      <a:pt x="5313" y="41298"/>
                    </a:lnTo>
                    <a:lnTo>
                      <a:pt x="19804" y="19805"/>
                    </a:lnTo>
                    <a:lnTo>
                      <a:pt x="41298" y="5313"/>
                    </a:lnTo>
                    <a:lnTo>
                      <a:pt x="67618" y="0"/>
                    </a:lnTo>
                    <a:lnTo>
                      <a:pt x="3713685" y="0"/>
                    </a:lnTo>
                    <a:lnTo>
                      <a:pt x="3751199" y="11360"/>
                    </a:lnTo>
                    <a:lnTo>
                      <a:pt x="3776156" y="41741"/>
                    </a:lnTo>
                    <a:lnTo>
                      <a:pt x="3781303" y="67618"/>
                    </a:lnTo>
                    <a:lnTo>
                      <a:pt x="3781303" y="338090"/>
                    </a:lnTo>
                    <a:lnTo>
                      <a:pt x="3775989" y="364410"/>
                    </a:lnTo>
                    <a:lnTo>
                      <a:pt x="3761498" y="385903"/>
                    </a:lnTo>
                    <a:lnTo>
                      <a:pt x="3740005" y="400394"/>
                    </a:lnTo>
                    <a:lnTo>
                      <a:pt x="3713685" y="405708"/>
                    </a:lnTo>
                    <a:lnTo>
                      <a:pt x="67618" y="405708"/>
                    </a:lnTo>
                    <a:lnTo>
                      <a:pt x="41298" y="400394"/>
                    </a:lnTo>
                    <a:lnTo>
                      <a:pt x="19804" y="385903"/>
                    </a:lnTo>
                    <a:lnTo>
                      <a:pt x="5313" y="364410"/>
                    </a:lnTo>
                    <a:lnTo>
                      <a:pt x="0" y="338090"/>
                    </a:lnTo>
                    <a:lnTo>
                      <a:pt x="0" y="67618"/>
                    </a:lnTo>
                    <a:close/>
                  </a:path>
                </a:pathLst>
              </a:custGeom>
              <a:ln w="4474">
                <a:solidFill>
                  <a:srgbClr val="365794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1AC09BB-42F6-832E-D30D-9502D1BDED3D}"/>
                </a:ext>
              </a:extLst>
            </p:cNvPr>
            <p:cNvSpPr txBox="1"/>
            <p:nvPr/>
          </p:nvSpPr>
          <p:spPr>
            <a:xfrm>
              <a:off x="5429985" y="8250532"/>
              <a:ext cx="376471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en-IN" sz="1600" dirty="0">
                  <a:solidFill>
                    <a:schemeClr val="tx2">
                      <a:lumMod val="75000"/>
                    </a:schemeClr>
                  </a:solidFill>
                </a:rPr>
                <a:t>System Output</a:t>
              </a:r>
              <a:endParaRPr lang="en-US" sz="16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6" name="object 74">
              <a:extLst>
                <a:ext uri="{FF2B5EF4-FFF2-40B4-BE49-F238E27FC236}">
                  <a16:creationId xmlns:a16="http://schemas.microsoft.com/office/drawing/2014/main" id="{BC31A724-FF21-801C-9014-7CC16FCFAF1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93733" y="8119898"/>
              <a:ext cx="77018" cy="132441"/>
            </a:xfrm>
            <a:prstGeom prst="rect">
              <a:avLst/>
            </a:prstGeom>
          </p:spPr>
        </p:pic>
        <p:pic>
          <p:nvPicPr>
            <p:cNvPr id="88" name="object 74">
              <a:extLst>
                <a:ext uri="{FF2B5EF4-FFF2-40B4-BE49-F238E27FC236}">
                  <a16:creationId xmlns:a16="http://schemas.microsoft.com/office/drawing/2014/main" id="{76C22E47-37F6-6C1E-7A7A-059956BF748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6597" y="7506312"/>
              <a:ext cx="77018" cy="132441"/>
            </a:xfrm>
            <a:prstGeom prst="rect">
              <a:avLst/>
            </a:prstGeom>
          </p:spPr>
        </p:pic>
      </p:grpSp>
      <p:sp>
        <p:nvSpPr>
          <p:cNvPr id="107" name="object 4">
            <a:extLst>
              <a:ext uri="{FF2B5EF4-FFF2-40B4-BE49-F238E27FC236}">
                <a16:creationId xmlns:a16="http://schemas.microsoft.com/office/drawing/2014/main" id="{A3E4776F-8496-D596-96E9-225AACA65C2D}"/>
              </a:ext>
            </a:extLst>
          </p:cNvPr>
          <p:cNvSpPr txBox="1"/>
          <p:nvPr/>
        </p:nvSpPr>
        <p:spPr>
          <a:xfrm>
            <a:off x="5203821" y="6774923"/>
            <a:ext cx="4204506" cy="320601"/>
          </a:xfrm>
          <a:prstGeom prst="rect">
            <a:avLst/>
          </a:prstGeom>
          <a:solidFill>
            <a:srgbClr val="365794"/>
          </a:solidFill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lang="en-US" sz="2050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Workflow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A13D88A-65E3-2959-E078-886DA77A1B4D}"/>
              </a:ext>
            </a:extLst>
          </p:cNvPr>
          <p:cNvSpPr txBox="1"/>
          <p:nvPr/>
        </p:nvSpPr>
        <p:spPr>
          <a:xfrm>
            <a:off x="5135905" y="3422650"/>
            <a:ext cx="44906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Product Dataset Structure</a:t>
            </a:r>
            <a:r>
              <a:rPr lang="en-US" sz="1600" dirty="0"/>
              <a:t> – Contains RFID tag ID, product name, and price mapped in a structured format for quick identification during scanning. </a:t>
            </a:r>
          </a:p>
          <a:p>
            <a:r>
              <a:rPr lang="en-US" sz="1600" b="1" dirty="0"/>
              <a:t>Real-Time Transaction Data</a:t>
            </a:r>
            <a:r>
              <a:rPr lang="en-US" sz="1600" dirty="0"/>
              <a:t> – Stores each scan event with item details, timestamp, and total bill updates for accurate purchase tracking. </a:t>
            </a:r>
          </a:p>
          <a:p>
            <a:r>
              <a:rPr lang="en-US" sz="1600" b="1" dirty="0"/>
              <a:t>Cloud-Based Record Storage</a:t>
            </a:r>
            <a:r>
              <a:rPr lang="en-US" sz="1600" dirty="0"/>
              <a:t> – All dataset entries are logged in Google Sheets for easy access, monitoring, and future analysis of shopping behavior. </a:t>
            </a:r>
          </a:p>
        </p:txBody>
      </p:sp>
      <p:sp>
        <p:nvSpPr>
          <p:cNvPr id="127" name="object 4">
            <a:extLst>
              <a:ext uri="{FF2B5EF4-FFF2-40B4-BE49-F238E27FC236}">
                <a16:creationId xmlns:a16="http://schemas.microsoft.com/office/drawing/2014/main" id="{64742ECD-410F-BCD9-DEBA-35B3188C3E57}"/>
              </a:ext>
            </a:extLst>
          </p:cNvPr>
          <p:cNvSpPr txBox="1"/>
          <p:nvPr/>
        </p:nvSpPr>
        <p:spPr>
          <a:xfrm>
            <a:off x="5442268" y="17575719"/>
            <a:ext cx="8511490" cy="320601"/>
          </a:xfrm>
          <a:prstGeom prst="rect">
            <a:avLst/>
          </a:prstGeom>
          <a:solidFill>
            <a:srgbClr val="365794"/>
          </a:solidFill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lang="en-US" sz="2050" b="1" spc="-85">
                <a:solidFill>
                  <a:srgbClr val="F7F7F7"/>
                </a:solidFill>
                <a:latin typeface="Arial"/>
                <a:cs typeface="Arial"/>
              </a:rPr>
              <a:t>Details</a:t>
            </a:r>
            <a:endParaRPr lang="en-US" sz="2050">
              <a:latin typeface="Arial"/>
              <a:cs typeface="Arial"/>
            </a:endParaRPr>
          </a:p>
        </p:txBody>
      </p:sp>
      <p:sp>
        <p:nvSpPr>
          <p:cNvPr id="1024" name="object 62">
            <a:extLst>
              <a:ext uri="{FF2B5EF4-FFF2-40B4-BE49-F238E27FC236}">
                <a16:creationId xmlns:a16="http://schemas.microsoft.com/office/drawing/2014/main" id="{E2BBC706-5D63-69D8-104E-D6D0EF1EA14A}"/>
              </a:ext>
            </a:extLst>
          </p:cNvPr>
          <p:cNvSpPr txBox="1"/>
          <p:nvPr/>
        </p:nvSpPr>
        <p:spPr>
          <a:xfrm>
            <a:off x="5163729" y="18117265"/>
            <a:ext cx="8737226" cy="8688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2099"/>
              </a:lnSpc>
              <a:spcBef>
                <a:spcPts val="95"/>
              </a:spcBef>
            </a:pPr>
            <a:r>
              <a:rPr lang="en-US" b="1" spc="-85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pc="-85">
                <a:latin typeface="Times New Roman" panose="02020603050405020304" pitchFamily="18" charset="0"/>
                <a:cs typeface="Times New Roman" panose="02020603050405020304" pitchFamily="18" charset="0"/>
              </a:rPr>
              <a:t>: Debashish Mishra</a:t>
            </a:r>
          </a:p>
          <a:p>
            <a:pPr marL="12700" marR="5080" algn="ctr">
              <a:lnSpc>
                <a:spcPct val="102099"/>
              </a:lnSpc>
              <a:spcBef>
                <a:spcPts val="95"/>
              </a:spcBef>
            </a:pPr>
            <a:r>
              <a:rPr lang="en-US" b="1" spc="-85">
                <a:latin typeface="Times New Roman" panose="02020603050405020304" pitchFamily="18" charset="0"/>
                <a:cs typeface="Times New Roman" panose="02020603050405020304" pitchFamily="18" charset="0"/>
              </a:rPr>
              <a:t>Position: </a:t>
            </a:r>
            <a:r>
              <a:rPr lang="en-US" spc="-85">
                <a:latin typeface="Times New Roman" panose="02020603050405020304" pitchFamily="18" charset="0"/>
                <a:cs typeface="Times New Roman" panose="02020603050405020304" pitchFamily="18" charset="0"/>
              </a:rPr>
              <a:t>Student of Dr. kalam batch </a:t>
            </a:r>
          </a:p>
          <a:p>
            <a:pPr marL="12700" marR="5080" algn="ctr">
              <a:lnSpc>
                <a:spcPct val="102099"/>
              </a:lnSpc>
              <a:spcBef>
                <a:spcPts val="95"/>
              </a:spcBef>
            </a:pPr>
            <a:r>
              <a:rPr lang="en-US" b="1" spc="-85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spc="-85">
                <a:latin typeface="Times New Roman" panose="02020603050405020304" pitchFamily="18" charset="0"/>
                <a:cs typeface="Times New Roman" panose="02020603050405020304" pitchFamily="18" charset="0"/>
              </a:rPr>
              <a:t>: debashishmishra888@gmail.com</a:t>
            </a:r>
            <a:endParaRPr lang="en-IN" spc="-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D318B8-51FA-5554-B57C-387ECCD60067}"/>
              </a:ext>
            </a:extLst>
          </p:cNvPr>
          <p:cNvSpPr/>
          <p:nvPr/>
        </p:nvSpPr>
        <p:spPr>
          <a:xfrm>
            <a:off x="247650" y="19099436"/>
            <a:ext cx="13259284" cy="552084"/>
          </a:xfrm>
          <a:prstGeom prst="rect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 extrusionH="139700">
            <a:bevelT w="247650" prst="artDeco"/>
            <a:extrusionClr>
              <a:schemeClr val="tx1">
                <a:lumMod val="95000"/>
                <a:lumOff val="5000"/>
              </a:schemeClr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35" name="object 4">
            <a:extLst>
              <a:ext uri="{FF2B5EF4-FFF2-40B4-BE49-F238E27FC236}">
                <a16:creationId xmlns:a16="http://schemas.microsoft.com/office/drawing/2014/main" id="{09B57285-FF61-1590-3200-0B1C893DAD1B}"/>
              </a:ext>
            </a:extLst>
          </p:cNvPr>
          <p:cNvSpPr txBox="1"/>
          <p:nvPr/>
        </p:nvSpPr>
        <p:spPr>
          <a:xfrm>
            <a:off x="5276850" y="13228266"/>
            <a:ext cx="4204506" cy="328984"/>
          </a:xfrm>
          <a:prstGeom prst="rect">
            <a:avLst/>
          </a:prstGeom>
          <a:solidFill>
            <a:srgbClr val="365794"/>
          </a:solidFill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lang="en-IN" sz="2050" b="1" spc="-204">
                <a:solidFill>
                  <a:srgbClr val="FFFFFF"/>
                </a:solidFill>
                <a:latin typeface="Arial"/>
                <a:cs typeface="Arial"/>
              </a:rPr>
              <a:t>Future</a:t>
            </a:r>
            <a:r>
              <a:rPr lang="en-IN" sz="2050" b="1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N" sz="2050" b="1" spc="-20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endParaRPr lang="en-IN" sz="2050">
              <a:latin typeface="Arial"/>
              <a:cs typeface="Arial"/>
            </a:endParaRPr>
          </a:p>
        </p:txBody>
      </p:sp>
      <p:sp>
        <p:nvSpPr>
          <p:cNvPr id="36" name="object 4">
            <a:extLst>
              <a:ext uri="{FF2B5EF4-FFF2-40B4-BE49-F238E27FC236}">
                <a16:creationId xmlns:a16="http://schemas.microsoft.com/office/drawing/2014/main" id="{92B7F1B3-8AF6-A6CD-A781-DF89DAC99090}"/>
              </a:ext>
            </a:extLst>
          </p:cNvPr>
          <p:cNvSpPr txBox="1"/>
          <p:nvPr/>
        </p:nvSpPr>
        <p:spPr>
          <a:xfrm>
            <a:off x="9696450" y="13228266"/>
            <a:ext cx="4204506" cy="328984"/>
          </a:xfrm>
          <a:prstGeom prst="rect">
            <a:avLst/>
          </a:prstGeom>
          <a:solidFill>
            <a:srgbClr val="365794"/>
          </a:solidFill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lang="en-US" sz="2050" b="1" spc="-204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endParaRPr lang="en-US" sz="2050">
              <a:latin typeface="Arial"/>
              <a:cs typeface="Arial"/>
            </a:endParaRPr>
          </a:p>
        </p:txBody>
      </p:sp>
      <p:pic>
        <p:nvPicPr>
          <p:cNvPr id="6" name="Google Shape;71;p15">
            <a:extLst>
              <a:ext uri="{FF2B5EF4-FFF2-40B4-BE49-F238E27FC236}">
                <a16:creationId xmlns:a16="http://schemas.microsoft.com/office/drawing/2014/main" id="{3DF65A7A-F095-5A3A-F7B5-4C16153EE5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541" t="7546" r="12605" b="4091"/>
          <a:stretch/>
        </p:blipFill>
        <p:spPr>
          <a:xfrm>
            <a:off x="11847777" y="171695"/>
            <a:ext cx="1788202" cy="1732385"/>
          </a:xfrm>
          <a:prstGeom prst="ellipse">
            <a:avLst/>
          </a:prstGeom>
          <a:noFill/>
          <a:ln>
            <a:noFill/>
          </a:ln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F28B399A-5D77-5FD4-1791-44B7763AE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712" y="4226399"/>
            <a:ext cx="485313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97443DC1-7C52-7398-A57D-9F0C73190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170" y="3047878"/>
            <a:ext cx="5016325" cy="284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Billing System: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smart trolley uses RFID to automatically detect products and calculate the bill in real time, removing the need for manual checkout.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Display &amp; Notifications: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LCD shows selected items and price instantly, while WhatsApp integration sends real-time billing updates to the user.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U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Data Management: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transactions are stored in Google Sheets, ensuring easy tracking, transparency, and future analysis of purchases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77615A14-2D48-95FB-3281-FDC8E09C4E2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47650" y="8700573"/>
            <a:ext cx="451461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make shopping automated using smart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trolley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scan products in real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calculate and display bill instantly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billing queue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send alerts using cloud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human errors and improve efficiency 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BF95745-4615-453A-CF9C-69D85A1AD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16" y="12044251"/>
            <a:ext cx="4470334" cy="266446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811BCB7-8E82-BA1B-9906-0173C6EBE1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702" y="7316469"/>
            <a:ext cx="8430155" cy="5725459"/>
          </a:xfrm>
          <a:prstGeom prst="rect">
            <a:avLst/>
          </a:prstGeom>
        </p:spPr>
      </p:pic>
      <p:sp>
        <p:nvSpPr>
          <p:cNvPr id="42" name="Rectangle 9">
            <a:extLst>
              <a:ext uri="{FF2B5EF4-FFF2-40B4-BE49-F238E27FC236}">
                <a16:creationId xmlns:a16="http://schemas.microsoft.com/office/drawing/2014/main" id="{FE5A6BD7-AD17-FAE2-8180-2E732F64283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579893" y="13412713"/>
            <a:ext cx="4204506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AI-based product recognition to improve scanning accuracy.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automatic payment system using UPI or card payment.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mobile app for users to track their shopping in real 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system speed for faster scanning and bill generation.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inventory management for store owners to track stock automatically. </a:t>
            </a:r>
          </a:p>
        </p:txBody>
      </p:sp>
      <p:sp>
        <p:nvSpPr>
          <p:cNvPr id="43" name="Rectangle 10">
            <a:extLst>
              <a:ext uri="{FF2B5EF4-FFF2-40B4-BE49-F238E27FC236}">
                <a16:creationId xmlns:a16="http://schemas.microsoft.com/office/drawing/2014/main" id="{B6E81648-41A3-41EF-ED53-7A595847639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696450" y="13714611"/>
            <a:ext cx="415873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scans products and stores details automatically in Google Sheet with accuracy. It generates the final bill and sends it to the user via WhatsApp instantly.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11">
            <a:extLst>
              <a:ext uri="{FF2B5EF4-FFF2-40B4-BE49-F238E27FC236}">
                <a16:creationId xmlns:a16="http://schemas.microsoft.com/office/drawing/2014/main" id="{90C686A0-2834-F2E9-9023-2FB4D3369A6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03110" y="16580748"/>
            <a:ext cx="8678217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Sheets API Documentation: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https://developers.google.com/sheets/api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Twilio WhatsApp API Documentation: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https://www.twilio.com/docs/whatsapp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94BCBC-0357-2430-FCA0-FE17903FE6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16" y="346967"/>
            <a:ext cx="1854300" cy="17235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9D4133-AF13-5BCB-DC1F-1016C4ECA86D}"/>
              </a:ext>
            </a:extLst>
          </p:cNvPr>
          <p:cNvSpPr txBox="1"/>
          <p:nvPr/>
        </p:nvSpPr>
        <p:spPr>
          <a:xfrm>
            <a:off x="427698" y="19209994"/>
            <a:ext cx="113296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0" dirty="0">
                <a:solidFill>
                  <a:schemeClr val="tx1"/>
                </a:solidFill>
                <a:effectLst/>
                <a:latin typeface="Poppins" panose="020B0502040204020203" pitchFamily="2" charset="0"/>
              </a:rPr>
              <a:t>Rungta Educational Campus, </a:t>
            </a:r>
            <a:r>
              <a:rPr lang="en-IN" sz="1600" b="0" i="0" dirty="0" err="1">
                <a:solidFill>
                  <a:schemeClr val="tx1"/>
                </a:solidFill>
                <a:effectLst/>
                <a:latin typeface="Poppins" panose="020B0502040204020203" pitchFamily="2" charset="0"/>
              </a:rPr>
              <a:t>Kohka-Kurud</a:t>
            </a:r>
            <a:r>
              <a:rPr lang="en-IN" sz="1600" b="0" i="0" dirty="0">
                <a:solidFill>
                  <a:schemeClr val="tx1"/>
                </a:solidFill>
                <a:effectLst/>
                <a:latin typeface="Poppins" panose="020B0502040204020203" pitchFamily="2" charset="0"/>
              </a:rPr>
              <a:t> Road, </a:t>
            </a:r>
            <a:r>
              <a:rPr lang="en-IN" sz="1600" b="0" i="0" dirty="0" err="1">
                <a:solidFill>
                  <a:schemeClr val="tx1"/>
                </a:solidFill>
                <a:effectLst/>
                <a:latin typeface="Poppins" panose="020B0502040204020203" pitchFamily="2" charset="0"/>
              </a:rPr>
              <a:t>Bhilai</a:t>
            </a:r>
            <a:r>
              <a:rPr lang="en-IN" sz="1600" b="0" i="0" dirty="0">
                <a:solidFill>
                  <a:schemeClr val="tx1"/>
                </a:solidFill>
                <a:effectLst/>
                <a:latin typeface="Poppins" panose="020B0502040204020203" pitchFamily="2" charset="0"/>
              </a:rPr>
              <a:t> - 490024, Chhattisgarh, India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66CAB3-5D6D-73AA-2990-8F2139D78628}"/>
              </a:ext>
            </a:extLst>
          </p:cNvPr>
          <p:cNvSpPr txBox="1"/>
          <p:nvPr/>
        </p:nvSpPr>
        <p:spPr>
          <a:xfrm>
            <a:off x="11026818" y="19179620"/>
            <a:ext cx="24801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https://rungta.ac.in/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692BE9-1155-BCA9-B2A7-613408C26D9B}"/>
              </a:ext>
            </a:extLst>
          </p:cNvPr>
          <p:cNvSpPr txBox="1"/>
          <p:nvPr/>
        </p:nvSpPr>
        <p:spPr>
          <a:xfrm>
            <a:off x="11081187" y="1964664"/>
            <a:ext cx="3421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“Survival isn’t luck, it’s discipline”</a:t>
            </a:r>
            <a:endParaRPr lang="en-IN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476F96-D3A4-9C4B-B65B-A8C80FF296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5443" y="5866803"/>
            <a:ext cx="4150363" cy="23151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850</TotalTime>
  <Words>551</Words>
  <Application>Microsoft Office PowerPoint</Application>
  <PresentationFormat>Custom</PresentationFormat>
  <Paragraphs>71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Poppins</vt:lpstr>
      <vt:lpstr>Times New Roman</vt:lpstr>
      <vt:lpstr>Times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Final_Rakesh_Poster.pptx</dc:title>
  <cp:lastModifiedBy>Debashish Mishra</cp:lastModifiedBy>
  <cp:revision>1</cp:revision>
  <cp:lastPrinted>2026-03-25T12:24:10Z</cp:lastPrinted>
  <dcterms:created xsi:type="dcterms:W3CDTF">2025-02-16T17:59:22Z</dcterms:created>
  <dcterms:modified xsi:type="dcterms:W3CDTF">2026-03-25T13:29:53Z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2025-02-16T00:00:00Z</vt:filetime>
  </property>
  <property fmtid="{D5CDD505-2E9C-101B-9397-08002B2CF9AE}" pid="3" name="Creator">
    <vt:lpwstr>Google</vt:lpwstr>
  </property>
  <property fmtid="{D5CDD505-2E9C-101B-9397-08002B2CF9AE}" pid="4" name="LastSaved">
    <vt:filetime>2025-02-16T00:00:00Z</vt:filetime>
  </property>
</Properties>
</file>